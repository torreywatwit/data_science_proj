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IBM Plex Sans"/>
      <p:bold r:id="rId21"/>
      <p:boldItalic r:id="rId22"/>
    </p:embeddedFont>
    <p:embeddedFont>
      <p:font typeface="IBM Plex Sans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7A1656-48A9-4E8E-94E9-461E2F8EAA66}">
  <a:tblStyle styleId="{5A7A1656-48A9-4E8E-94E9-461E2F8EAA6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IBMPlexSans-boldItalic.fntdata"/><Relationship Id="rId21" Type="http://schemas.openxmlformats.org/officeDocument/2006/relationships/font" Target="fonts/IBMPlexSans-bold.fntdata"/><Relationship Id="rId24" Type="http://schemas.openxmlformats.org/officeDocument/2006/relationships/font" Target="fonts/IBMPlexSansMedium-bold.fntdata"/><Relationship Id="rId23" Type="http://schemas.openxmlformats.org/officeDocument/2006/relationships/font" Target="fonts/IBMPlexSansMedium-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Medium-boldItalic.fntdata"/><Relationship Id="rId25" Type="http://schemas.openxmlformats.org/officeDocument/2006/relationships/font" Target="fonts/IBMPlexSans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6a5cb609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c6a5cb609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3c6a5cb609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6b935e481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396b935e481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3c520efad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d3c520efad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3d3c520efad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6b935e48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396b935e48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96b935e481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96b935e481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6b935e481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396b935e481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96b935e481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96b935e481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96b935e481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96b935e481_0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96b935e481_0_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96b935e481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96b935e481_0_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g396b935e481_0_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96b935e481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96b935e481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396b935e481_0_6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c6a5cb609b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c6a5cb609b_4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3c6a5cb609b_4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c77f5d1611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3c77f5d1611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96c6463188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96c6463188_1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g396c6463188_1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6" name="Shape 16"/>
        <p:cNvGrpSpPr/>
        <p:nvPr/>
      </p:nvGrpSpPr>
      <p:grpSpPr>
        <a:xfrm>
          <a:off x="0" y="0"/>
          <a:ext cx="0" cy="0"/>
          <a:chOff x="0" y="0"/>
          <a:chExt cx="0" cy="0"/>
        </a:xfrm>
      </p:grpSpPr>
      <p:sp>
        <p:nvSpPr>
          <p:cNvPr id="17" name="Google Shape;17;p2"/>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1" type="ftr"/>
          </p:nvPr>
        </p:nvSpPr>
        <p:spPr>
          <a:xfrm>
            <a:off x="2155031" y="6378575"/>
            <a:ext cx="56554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over Slide">
    <p:spTree>
      <p:nvGrpSpPr>
        <p:cNvPr id="20" name="Shape 20"/>
        <p:cNvGrpSpPr/>
        <p:nvPr/>
      </p:nvGrpSpPr>
      <p:grpSpPr>
        <a:xfrm>
          <a:off x="0" y="0"/>
          <a:ext cx="0" cy="0"/>
          <a:chOff x="0" y="0"/>
          <a:chExt cx="0" cy="0"/>
        </a:xfrm>
      </p:grpSpPr>
      <p:sp>
        <p:nvSpPr>
          <p:cNvPr id="21" name="Google Shape;21;p3"/>
          <p:cNvSpPr/>
          <p:nvPr>
            <p:ph idx="2" type="pic"/>
          </p:nvPr>
        </p:nvSpPr>
        <p:spPr>
          <a:xfrm>
            <a:off x="0" y="0"/>
            <a:ext cx="12192000" cy="6057900"/>
          </a:xfrm>
          <a:prstGeom prst="rect">
            <a:avLst/>
          </a:prstGeom>
          <a:noFill/>
          <a:ln>
            <a:noFill/>
          </a:ln>
        </p:spPr>
      </p:sp>
      <p:sp>
        <p:nvSpPr>
          <p:cNvPr id="22" name="Google Shape;22;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800"/>
              <a:buFont typeface="IBM Plex Sans"/>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3"/>
          <p:cNvSpPr txBox="1"/>
          <p:nvPr>
            <p:ph idx="10" type="dt"/>
          </p:nvPr>
        </p:nvSpPr>
        <p:spPr>
          <a:xfrm>
            <a:off x="8665369" y="6370635"/>
            <a:ext cx="2743200" cy="365125"/>
          </a:xfrm>
          <a:prstGeom prst="rect">
            <a:avLst/>
          </a:prstGeom>
          <a:noFill/>
          <a:ln>
            <a:noFill/>
          </a:ln>
        </p:spPr>
        <p:txBody>
          <a:bodyPr anchorCtr="0" anchor="ctr" bIns="45700" lIns="0" spcFirstLastPara="1" rIns="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2155031" y="6378575"/>
            <a:ext cx="56554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Layout (2)">
  <p:cSld name="Agenda Layout (2)">
    <p:spTree>
      <p:nvGrpSpPr>
        <p:cNvPr id="27" name="Shape 27"/>
        <p:cNvGrpSpPr/>
        <p:nvPr/>
      </p:nvGrpSpPr>
      <p:grpSpPr>
        <a:xfrm>
          <a:off x="0" y="0"/>
          <a:ext cx="0" cy="0"/>
          <a:chOff x="0" y="0"/>
          <a:chExt cx="0" cy="0"/>
        </a:xfrm>
      </p:grpSpPr>
      <p:sp>
        <p:nvSpPr>
          <p:cNvPr id="28" name="Google Shape;28;p4"/>
          <p:cNvSpPr/>
          <p:nvPr/>
        </p:nvSpPr>
        <p:spPr>
          <a:xfrm>
            <a:off x="5313873" y="0"/>
            <a:ext cx="6878128"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IBM Plex Sans"/>
              <a:ea typeface="IBM Plex Sans"/>
              <a:cs typeface="IBM Plex Sans"/>
              <a:sym typeface="IBM Plex Sans"/>
            </a:endParaRPr>
          </a:p>
        </p:txBody>
      </p:sp>
      <p:sp>
        <p:nvSpPr>
          <p:cNvPr id="29" name="Google Shape;29;p4"/>
          <p:cNvSpPr txBox="1"/>
          <p:nvPr>
            <p:ph type="title"/>
          </p:nvPr>
        </p:nvSpPr>
        <p:spPr>
          <a:xfrm>
            <a:off x="5717290" y="181095"/>
            <a:ext cx="5636510" cy="73330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IBM Plex Sans"/>
              <a:buNone/>
              <a:defRPr b="1" i="0" sz="3200">
                <a:latin typeface="IBM Plex Sans"/>
                <a:ea typeface="IBM Plex Sans"/>
                <a:cs typeface="IBM Plex Sans"/>
                <a:sym typeface="IBM Plex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body"/>
          </p:nvPr>
        </p:nvSpPr>
        <p:spPr>
          <a:xfrm>
            <a:off x="6653773" y="1895362"/>
            <a:ext cx="4152900" cy="6953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4"/>
          <p:cNvSpPr txBox="1"/>
          <p:nvPr>
            <p:ph idx="2" type="body"/>
          </p:nvPr>
        </p:nvSpPr>
        <p:spPr>
          <a:xfrm>
            <a:off x="6653773" y="2832782"/>
            <a:ext cx="4152900" cy="6953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4"/>
          <p:cNvSpPr txBox="1"/>
          <p:nvPr>
            <p:ph idx="3" type="body"/>
          </p:nvPr>
        </p:nvSpPr>
        <p:spPr>
          <a:xfrm>
            <a:off x="6653773" y="3770202"/>
            <a:ext cx="4152900" cy="6953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4"/>
          <p:cNvSpPr txBox="1"/>
          <p:nvPr>
            <p:ph idx="4" type="body"/>
          </p:nvPr>
        </p:nvSpPr>
        <p:spPr>
          <a:xfrm>
            <a:off x="6653773" y="4712935"/>
            <a:ext cx="4152900" cy="6953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4"/>
          <p:cNvSpPr txBox="1"/>
          <p:nvPr>
            <p:ph idx="5" type="body"/>
          </p:nvPr>
        </p:nvSpPr>
        <p:spPr>
          <a:xfrm>
            <a:off x="6653773" y="5650355"/>
            <a:ext cx="4152900" cy="6953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4"/>
          <p:cNvSpPr/>
          <p:nvPr>
            <p:ph idx="6" type="pic"/>
          </p:nvPr>
        </p:nvSpPr>
        <p:spPr>
          <a:xfrm>
            <a:off x="0" y="0"/>
            <a:ext cx="5313873" cy="6858000"/>
          </a:xfrm>
          <a:prstGeom prst="rect">
            <a:avLst/>
          </a:prstGeom>
          <a:noFill/>
          <a:ln>
            <a:noFill/>
          </a:ln>
        </p:spPr>
      </p:sp>
      <p:sp>
        <p:nvSpPr>
          <p:cNvPr id="36" name="Google Shape;36;p4"/>
          <p:cNvSpPr txBox="1"/>
          <p:nvPr>
            <p:ph idx="7" type="body"/>
          </p:nvPr>
        </p:nvSpPr>
        <p:spPr>
          <a:xfrm>
            <a:off x="5720953" y="1895362"/>
            <a:ext cx="750094" cy="695325"/>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4000"/>
              <a:buNone/>
              <a:defRPr b="1" sz="4000">
                <a:solidFill>
                  <a:schemeClr val="lt1"/>
                </a:solidFill>
                <a:latin typeface="IBM Plex Sans"/>
                <a:ea typeface="IBM Plex Sans"/>
                <a:cs typeface="IBM Plex Sans"/>
                <a:sym typeface="IBM Plex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
          <p:cNvSpPr txBox="1"/>
          <p:nvPr>
            <p:ph idx="8" type="body"/>
          </p:nvPr>
        </p:nvSpPr>
        <p:spPr>
          <a:xfrm>
            <a:off x="5720953" y="2843565"/>
            <a:ext cx="750094" cy="695325"/>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4000"/>
              <a:buNone/>
              <a:defRPr b="1" sz="4000">
                <a:solidFill>
                  <a:schemeClr val="lt1"/>
                </a:solidFill>
                <a:latin typeface="IBM Plex Sans"/>
                <a:ea typeface="IBM Plex Sans"/>
                <a:cs typeface="IBM Plex Sans"/>
                <a:sym typeface="IBM Plex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4"/>
          <p:cNvSpPr txBox="1"/>
          <p:nvPr>
            <p:ph idx="9" type="body"/>
          </p:nvPr>
        </p:nvSpPr>
        <p:spPr>
          <a:xfrm>
            <a:off x="5720953" y="3781737"/>
            <a:ext cx="750094" cy="695325"/>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4000"/>
              <a:buNone/>
              <a:defRPr b="1" sz="4000">
                <a:solidFill>
                  <a:schemeClr val="lt1"/>
                </a:solidFill>
                <a:latin typeface="IBM Plex Sans"/>
                <a:ea typeface="IBM Plex Sans"/>
                <a:cs typeface="IBM Plex Sans"/>
                <a:sym typeface="IBM Plex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4"/>
          <p:cNvSpPr txBox="1"/>
          <p:nvPr>
            <p:ph idx="13" type="body"/>
          </p:nvPr>
        </p:nvSpPr>
        <p:spPr>
          <a:xfrm>
            <a:off x="5717290" y="4719405"/>
            <a:ext cx="750094" cy="695325"/>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4000"/>
              <a:buNone/>
              <a:defRPr b="1" sz="4000">
                <a:solidFill>
                  <a:schemeClr val="lt1"/>
                </a:solidFill>
                <a:latin typeface="IBM Plex Sans"/>
                <a:ea typeface="IBM Plex Sans"/>
                <a:cs typeface="IBM Plex Sans"/>
                <a:sym typeface="IBM Plex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
          <p:cNvSpPr txBox="1"/>
          <p:nvPr>
            <p:ph idx="14" type="body"/>
          </p:nvPr>
        </p:nvSpPr>
        <p:spPr>
          <a:xfrm>
            <a:off x="5717290" y="5667608"/>
            <a:ext cx="750094" cy="695325"/>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4000"/>
              <a:buNone/>
              <a:defRPr b="1" sz="4000">
                <a:solidFill>
                  <a:schemeClr val="lt1"/>
                </a:solidFill>
                <a:latin typeface="IBM Plex Sans"/>
                <a:ea typeface="IBM Plex Sans"/>
                <a:cs typeface="IBM Plex Sans"/>
                <a:sym typeface="IBM Plex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4"/>
          <p:cNvSpPr txBox="1"/>
          <p:nvPr>
            <p:ph idx="15" type="body"/>
          </p:nvPr>
        </p:nvSpPr>
        <p:spPr>
          <a:xfrm>
            <a:off x="5716588" y="914400"/>
            <a:ext cx="5637212" cy="4572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Font typeface="IBM Plex Sans Medium"/>
              <a:buNone/>
              <a:defRPr b="0" i="0">
                <a:latin typeface="IBM Plex Sans Medium"/>
                <a:ea typeface="IBM Plex Sans Medium"/>
                <a:cs typeface="IBM Plex Sans Medium"/>
                <a:sym typeface="IBM Plex Sans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Layout (1)">
  <p:cSld name="Agenda Layout (1)">
    <p:spTree>
      <p:nvGrpSpPr>
        <p:cNvPr id="42" name="Shape 42"/>
        <p:cNvGrpSpPr/>
        <p:nvPr/>
      </p:nvGrpSpPr>
      <p:grpSpPr>
        <a:xfrm>
          <a:off x="0" y="0"/>
          <a:ext cx="0" cy="0"/>
          <a:chOff x="0" y="0"/>
          <a:chExt cx="0" cy="0"/>
        </a:xfrm>
      </p:grpSpPr>
      <p:sp>
        <p:nvSpPr>
          <p:cNvPr id="43" name="Google Shape;43;p5"/>
          <p:cNvSpPr/>
          <p:nvPr/>
        </p:nvSpPr>
        <p:spPr>
          <a:xfrm>
            <a:off x="6200775" y="0"/>
            <a:ext cx="5991225"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a:solidFill>
                <a:schemeClr val="lt1"/>
              </a:solidFill>
              <a:latin typeface="IBM Plex Sans Medium"/>
              <a:ea typeface="IBM Plex Sans Medium"/>
              <a:cs typeface="IBM Plex Sans Medium"/>
              <a:sym typeface="IBM Plex Sans Medium"/>
            </a:endParaRPr>
          </a:p>
        </p:txBody>
      </p:sp>
      <p:sp>
        <p:nvSpPr>
          <p:cNvPr id="44" name="Google Shape;44;p5"/>
          <p:cNvSpPr txBox="1"/>
          <p:nvPr>
            <p:ph type="title"/>
          </p:nvPr>
        </p:nvSpPr>
        <p:spPr>
          <a:xfrm>
            <a:off x="838200" y="878253"/>
            <a:ext cx="4517049" cy="217777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6000"/>
              <a:buFont typeface="IBM Plex San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5"/>
          <p:cNvSpPr txBox="1"/>
          <p:nvPr>
            <p:ph idx="1" type="body"/>
          </p:nvPr>
        </p:nvSpPr>
        <p:spPr>
          <a:xfrm>
            <a:off x="7197237" y="1181185"/>
            <a:ext cx="4152900" cy="6953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0" i="0">
                <a:latin typeface="IBM Plex Sans Medium"/>
                <a:ea typeface="IBM Plex Sans Medium"/>
                <a:cs typeface="IBM Plex Sans Medium"/>
                <a:sym typeface="IBM Plex Sans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
          <p:cNvSpPr txBox="1"/>
          <p:nvPr>
            <p:ph idx="2" type="body"/>
          </p:nvPr>
        </p:nvSpPr>
        <p:spPr>
          <a:xfrm>
            <a:off x="7197237" y="2118605"/>
            <a:ext cx="4152900" cy="6953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0" i="0">
                <a:latin typeface="IBM Plex Sans Medium"/>
                <a:ea typeface="IBM Plex Sans Medium"/>
                <a:cs typeface="IBM Plex Sans Medium"/>
                <a:sym typeface="IBM Plex Sans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
          <p:cNvSpPr txBox="1"/>
          <p:nvPr>
            <p:ph idx="3" type="body"/>
          </p:nvPr>
        </p:nvSpPr>
        <p:spPr>
          <a:xfrm>
            <a:off x="7197237" y="3056025"/>
            <a:ext cx="4152900" cy="6953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0" i="0">
                <a:latin typeface="IBM Plex Sans Medium"/>
                <a:ea typeface="IBM Plex Sans Medium"/>
                <a:cs typeface="IBM Plex Sans Medium"/>
                <a:sym typeface="IBM Plex Sans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5"/>
          <p:cNvSpPr txBox="1"/>
          <p:nvPr>
            <p:ph idx="4" type="body"/>
          </p:nvPr>
        </p:nvSpPr>
        <p:spPr>
          <a:xfrm>
            <a:off x="7197237" y="3998758"/>
            <a:ext cx="4152900" cy="6953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0" i="0">
                <a:latin typeface="IBM Plex Sans Medium"/>
                <a:ea typeface="IBM Plex Sans Medium"/>
                <a:cs typeface="IBM Plex Sans Medium"/>
                <a:sym typeface="IBM Plex Sans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5"/>
          <p:cNvSpPr txBox="1"/>
          <p:nvPr>
            <p:ph idx="5" type="body"/>
          </p:nvPr>
        </p:nvSpPr>
        <p:spPr>
          <a:xfrm>
            <a:off x="7197237" y="4936178"/>
            <a:ext cx="4152900" cy="6953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0" i="0">
                <a:latin typeface="IBM Plex Sans Medium"/>
                <a:ea typeface="IBM Plex Sans Medium"/>
                <a:cs typeface="IBM Plex Sans Medium"/>
                <a:sym typeface="IBM Plex Sans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5"/>
          <p:cNvSpPr txBox="1"/>
          <p:nvPr>
            <p:ph idx="6" type="body"/>
          </p:nvPr>
        </p:nvSpPr>
        <p:spPr>
          <a:xfrm>
            <a:off x="6355374" y="1174715"/>
            <a:ext cx="750094" cy="695325"/>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4000"/>
              <a:buNone/>
              <a:defRPr b="1" sz="4000">
                <a:solidFill>
                  <a:schemeClr val="lt1"/>
                </a:solidFill>
                <a:latin typeface="IBM Plex Sans"/>
                <a:ea typeface="IBM Plex Sans"/>
                <a:cs typeface="IBM Plex Sans"/>
                <a:sym typeface="IBM Plex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5"/>
          <p:cNvSpPr txBox="1"/>
          <p:nvPr>
            <p:ph idx="7" type="body"/>
          </p:nvPr>
        </p:nvSpPr>
        <p:spPr>
          <a:xfrm>
            <a:off x="6355374" y="2122918"/>
            <a:ext cx="750094" cy="695325"/>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4000"/>
              <a:buNone/>
              <a:defRPr b="1" sz="4000">
                <a:solidFill>
                  <a:schemeClr val="lt1"/>
                </a:solidFill>
                <a:latin typeface="IBM Plex Sans"/>
                <a:ea typeface="IBM Plex Sans"/>
                <a:cs typeface="IBM Plex Sans"/>
                <a:sym typeface="IBM Plex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5"/>
          <p:cNvSpPr txBox="1"/>
          <p:nvPr>
            <p:ph idx="8" type="body"/>
          </p:nvPr>
        </p:nvSpPr>
        <p:spPr>
          <a:xfrm>
            <a:off x="6355374" y="3061090"/>
            <a:ext cx="750094" cy="695325"/>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4000"/>
              <a:buNone/>
              <a:defRPr b="1" sz="4000">
                <a:solidFill>
                  <a:schemeClr val="lt1"/>
                </a:solidFill>
                <a:latin typeface="IBM Plex Sans"/>
                <a:ea typeface="IBM Plex Sans"/>
                <a:cs typeface="IBM Plex Sans"/>
                <a:sym typeface="IBM Plex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5"/>
          <p:cNvSpPr txBox="1"/>
          <p:nvPr>
            <p:ph idx="9" type="body"/>
          </p:nvPr>
        </p:nvSpPr>
        <p:spPr>
          <a:xfrm>
            <a:off x="6351711" y="3998758"/>
            <a:ext cx="750094" cy="695325"/>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4000"/>
              <a:buNone/>
              <a:defRPr b="1" sz="4000">
                <a:solidFill>
                  <a:schemeClr val="lt1"/>
                </a:solidFill>
                <a:latin typeface="IBM Plex Sans"/>
                <a:ea typeface="IBM Plex Sans"/>
                <a:cs typeface="IBM Plex Sans"/>
                <a:sym typeface="IBM Plex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5"/>
          <p:cNvSpPr txBox="1"/>
          <p:nvPr>
            <p:ph idx="13" type="body"/>
          </p:nvPr>
        </p:nvSpPr>
        <p:spPr>
          <a:xfrm>
            <a:off x="6351711" y="4946961"/>
            <a:ext cx="750094" cy="695325"/>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4000"/>
              <a:buNone/>
              <a:defRPr b="1" sz="4000">
                <a:solidFill>
                  <a:schemeClr val="lt1"/>
                </a:solidFill>
                <a:latin typeface="IBM Plex Sans"/>
                <a:ea typeface="IBM Plex Sans"/>
                <a:cs typeface="IBM Plex Sans"/>
                <a:sym typeface="IBM Plex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5" name="Google Shape;55;p5"/>
          <p:cNvCxnSpPr/>
          <p:nvPr/>
        </p:nvCxnSpPr>
        <p:spPr>
          <a:xfrm>
            <a:off x="0" y="3429000"/>
            <a:ext cx="5355249" cy="0"/>
          </a:xfrm>
          <a:prstGeom prst="straightConnector1">
            <a:avLst/>
          </a:prstGeom>
          <a:noFill/>
          <a:ln cap="flat" cmpd="sng" w="76200">
            <a:solidFill>
              <a:schemeClr val="accent1"/>
            </a:solidFill>
            <a:prstDash val="solid"/>
            <a:miter lim="800000"/>
            <a:headEnd len="sm" w="sm" type="none"/>
            <a:tailEnd len="sm" w="sm" type="none"/>
          </a:ln>
        </p:spPr>
      </p:cxnSp>
      <p:sp>
        <p:nvSpPr>
          <p:cNvPr id="56" name="Google Shape;56;p5"/>
          <p:cNvSpPr txBox="1"/>
          <p:nvPr>
            <p:ph idx="14" type="body"/>
          </p:nvPr>
        </p:nvSpPr>
        <p:spPr>
          <a:xfrm>
            <a:off x="838200" y="3657600"/>
            <a:ext cx="4516438" cy="1905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ayout" showMasterSp="0">
  <p:cSld name="Cover Layout">
    <p:spTree>
      <p:nvGrpSpPr>
        <p:cNvPr id="57" name="Shape 57"/>
        <p:cNvGrpSpPr/>
        <p:nvPr/>
      </p:nvGrpSpPr>
      <p:grpSpPr>
        <a:xfrm>
          <a:off x="0" y="0"/>
          <a:ext cx="0" cy="0"/>
          <a:chOff x="0" y="0"/>
          <a:chExt cx="0" cy="0"/>
        </a:xfrm>
      </p:grpSpPr>
      <p:sp>
        <p:nvSpPr>
          <p:cNvPr id="58" name="Google Shape;58;p6"/>
          <p:cNvSpPr txBox="1"/>
          <p:nvPr>
            <p:ph type="title"/>
          </p:nvPr>
        </p:nvSpPr>
        <p:spPr>
          <a:xfrm>
            <a:off x="838200" y="2032000"/>
            <a:ext cx="4775200" cy="2273300"/>
          </a:xfrm>
          <a:prstGeom prst="rect">
            <a:avLst/>
          </a:prstGeom>
          <a:noFill/>
          <a:ln>
            <a:noFill/>
          </a:ln>
        </p:spPr>
        <p:txBody>
          <a:bodyPr anchorCtr="0" anchor="t" bIns="45700" lIns="274300"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Shape&#10;&#10;Description automatically generated with medium confidence" id="59" name="Google Shape;59;p6"/>
          <p:cNvPicPr preferRelativeResize="0"/>
          <p:nvPr/>
        </p:nvPicPr>
        <p:blipFill rotWithShape="1">
          <a:blip r:embed="rId2">
            <a:alphaModFix/>
          </a:blip>
          <a:srcRect b="0" l="0" r="0" t="0"/>
          <a:stretch/>
        </p:blipFill>
        <p:spPr>
          <a:xfrm>
            <a:off x="190500" y="350089"/>
            <a:ext cx="3127524" cy="729411"/>
          </a:xfrm>
          <a:prstGeom prst="rect">
            <a:avLst/>
          </a:prstGeom>
          <a:noFill/>
          <a:ln>
            <a:noFill/>
          </a:ln>
        </p:spPr>
      </p:pic>
      <p:sp>
        <p:nvSpPr>
          <p:cNvPr id="60" name="Google Shape;60;p6"/>
          <p:cNvSpPr/>
          <p:nvPr>
            <p:ph idx="2" type="pic"/>
          </p:nvPr>
        </p:nvSpPr>
        <p:spPr>
          <a:xfrm>
            <a:off x="6438900" y="0"/>
            <a:ext cx="4902200" cy="6858000"/>
          </a:xfrm>
          <a:prstGeom prst="rect">
            <a:avLst/>
          </a:prstGeom>
          <a:noFill/>
          <a:ln>
            <a:noFill/>
          </a:ln>
        </p:spPr>
      </p:sp>
      <p:sp>
        <p:nvSpPr>
          <p:cNvPr id="61" name="Google Shape;61;p6"/>
          <p:cNvSpPr/>
          <p:nvPr/>
        </p:nvSpPr>
        <p:spPr>
          <a:xfrm>
            <a:off x="0" y="2032000"/>
            <a:ext cx="838200" cy="729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IBM Plex Sans"/>
              <a:ea typeface="IBM Plex Sans"/>
              <a:cs typeface="IBM Plex Sans"/>
              <a:sym typeface="IBM Plex Sans"/>
            </a:endParaRPr>
          </a:p>
        </p:txBody>
      </p:sp>
      <p:sp>
        <p:nvSpPr>
          <p:cNvPr id="62" name="Google Shape;62;p6"/>
          <p:cNvSpPr txBox="1"/>
          <p:nvPr>
            <p:ph idx="1" type="body"/>
          </p:nvPr>
        </p:nvSpPr>
        <p:spPr>
          <a:xfrm>
            <a:off x="838200" y="4448175"/>
            <a:ext cx="4775200" cy="1609725"/>
          </a:xfrm>
          <a:prstGeom prst="rect">
            <a:avLst/>
          </a:prstGeom>
          <a:noFill/>
          <a:ln>
            <a:noFill/>
          </a:ln>
        </p:spPr>
        <p:txBody>
          <a:bodyPr anchorCtr="0" anchor="t" bIns="45700" lIns="274300" spcFirstLastPara="1" rIns="91425" wrap="square" tIns="45700">
            <a:normAutofit/>
          </a:bodyPr>
          <a:lstStyle>
            <a:lvl1pPr indent="-228600" lvl="0" marL="457200" algn="l">
              <a:lnSpc>
                <a:spcPct val="90000"/>
              </a:lnSpc>
              <a:spcBef>
                <a:spcPts val="1000"/>
              </a:spcBef>
              <a:spcAft>
                <a:spcPts val="0"/>
              </a:spcAft>
              <a:buClr>
                <a:srgbClr val="3E3E3E"/>
              </a:buClr>
              <a:buSzPts val="1600"/>
              <a:buNone/>
              <a:defRPr sz="1600">
                <a:solidFill>
                  <a:srgbClr val="3E3E3E"/>
                </a:solidFill>
              </a:defRPr>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600"/>
              <a:buNone/>
              <a:defRPr sz="1600"/>
            </a:lvl4pPr>
            <a:lvl5pPr indent="-228600" lvl="4" marL="2286000" algn="l">
              <a:lnSpc>
                <a:spcPct val="90000"/>
              </a:lnSpc>
              <a:spcBef>
                <a:spcPts val="500"/>
              </a:spcBef>
              <a:spcAft>
                <a:spcPts val="0"/>
              </a:spcAft>
              <a:buClr>
                <a:schemeClr val="dk1"/>
              </a:buClr>
              <a:buSzPts val="1600"/>
              <a:buNone/>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showMasterSp="0">
  <p:cSld name="Title Slide (1)">
    <p:spTree>
      <p:nvGrpSpPr>
        <p:cNvPr id="63" name="Shape 63"/>
        <p:cNvGrpSpPr/>
        <p:nvPr/>
      </p:nvGrpSpPr>
      <p:grpSpPr>
        <a:xfrm>
          <a:off x="0" y="0"/>
          <a:ext cx="0" cy="0"/>
          <a:chOff x="0" y="0"/>
          <a:chExt cx="0" cy="0"/>
        </a:xfrm>
      </p:grpSpPr>
      <p:grpSp>
        <p:nvGrpSpPr>
          <p:cNvPr id="64" name="Google Shape;64;p7"/>
          <p:cNvGrpSpPr/>
          <p:nvPr/>
        </p:nvGrpSpPr>
        <p:grpSpPr>
          <a:xfrm>
            <a:off x="0" y="0"/>
            <a:ext cx="4495800" cy="6858000"/>
            <a:chOff x="0" y="0"/>
            <a:chExt cx="4495800" cy="6858000"/>
          </a:xfrm>
        </p:grpSpPr>
        <p:sp>
          <p:nvSpPr>
            <p:cNvPr id="65" name="Google Shape;65;p7"/>
            <p:cNvSpPr/>
            <p:nvPr/>
          </p:nvSpPr>
          <p:spPr>
            <a:xfrm>
              <a:off x="0" y="0"/>
              <a:ext cx="3937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IBM Plex Sans"/>
                <a:ea typeface="IBM Plex Sans"/>
                <a:cs typeface="IBM Plex Sans"/>
                <a:sym typeface="IBM Plex Sans"/>
              </a:endParaRPr>
            </a:p>
          </p:txBody>
        </p:sp>
        <p:sp>
          <p:nvSpPr>
            <p:cNvPr id="66" name="Google Shape;66;p7"/>
            <p:cNvSpPr/>
            <p:nvPr/>
          </p:nvSpPr>
          <p:spPr>
            <a:xfrm rot="5400000">
              <a:off x="3568700" y="3130550"/>
              <a:ext cx="1257300" cy="596900"/>
            </a:xfrm>
            <a:prstGeom prst="triangl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IBM Plex Sans"/>
                <a:ea typeface="IBM Plex Sans"/>
                <a:cs typeface="IBM Plex Sans"/>
                <a:sym typeface="IBM Plex Sans"/>
              </a:endParaRPr>
            </a:p>
          </p:txBody>
        </p:sp>
      </p:grpSp>
      <p:sp>
        <p:nvSpPr>
          <p:cNvPr id="67" name="Google Shape;67;p7"/>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7"/>
          <p:cNvSpPr txBox="1"/>
          <p:nvPr>
            <p:ph idx="11" type="ftr"/>
          </p:nvPr>
        </p:nvSpPr>
        <p:spPr>
          <a:xfrm>
            <a:off x="4286250" y="6378575"/>
            <a:ext cx="35242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7"/>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r>
              <a:rPr lang="en-US"/>
              <a:t>  |    </a:t>
            </a:r>
            <a:fld id="{00000000-1234-1234-1234-123412341234}" type="slidenum">
              <a:rPr lang="en-US"/>
              <a:t>‹#›</a:t>
            </a:fld>
            <a:endParaRPr/>
          </a:p>
        </p:txBody>
      </p:sp>
      <p:sp>
        <p:nvSpPr>
          <p:cNvPr id="70" name="Google Shape;70;p7"/>
          <p:cNvSpPr txBox="1"/>
          <p:nvPr>
            <p:ph type="title"/>
          </p:nvPr>
        </p:nvSpPr>
        <p:spPr>
          <a:xfrm>
            <a:off x="838200" y="1085850"/>
            <a:ext cx="2794000" cy="46863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7"/>
          <p:cNvSpPr txBox="1"/>
          <p:nvPr>
            <p:ph idx="1" type="body"/>
          </p:nvPr>
        </p:nvSpPr>
        <p:spPr>
          <a:xfrm>
            <a:off x="4981574" y="1371600"/>
            <a:ext cx="6372225" cy="4686299"/>
          </a:xfrm>
          <a:prstGeom prst="rect">
            <a:avLst/>
          </a:prstGeom>
          <a:noFill/>
          <a:ln>
            <a:noFill/>
          </a:ln>
        </p:spPr>
        <p:txBody>
          <a:bodyPr anchorCtr="0" anchor="ctr"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Font typeface="Noto Sans Symbols"/>
              <a:buChar char="▪"/>
              <a:defRPr sz="2000"/>
            </a:lvl1pPr>
            <a:lvl2pPr indent="-355600" lvl="1" marL="914400" algn="l">
              <a:lnSpc>
                <a:spcPct val="90000"/>
              </a:lnSpc>
              <a:spcBef>
                <a:spcPts val="500"/>
              </a:spcBef>
              <a:spcAft>
                <a:spcPts val="0"/>
              </a:spcAft>
              <a:buClr>
                <a:schemeClr val="dk1"/>
              </a:buClr>
              <a:buSzPts val="2000"/>
              <a:buFont typeface="Noto Sans Symbols"/>
              <a:buChar char="▪"/>
              <a:defRPr sz="2000"/>
            </a:lvl2pPr>
            <a:lvl3pPr indent="-355600" lvl="2" marL="1371600" algn="l">
              <a:lnSpc>
                <a:spcPct val="90000"/>
              </a:lnSpc>
              <a:spcBef>
                <a:spcPts val="500"/>
              </a:spcBef>
              <a:spcAft>
                <a:spcPts val="0"/>
              </a:spcAft>
              <a:buClr>
                <a:schemeClr val="dk1"/>
              </a:buClr>
              <a:buSzPts val="2000"/>
              <a:buFont typeface="Noto Sans Symbols"/>
              <a:buChar char="▪"/>
              <a:defRPr sz="2000"/>
            </a:lvl3pPr>
            <a:lvl4pPr indent="-355600" lvl="3" marL="1828800" algn="l">
              <a:lnSpc>
                <a:spcPct val="90000"/>
              </a:lnSpc>
              <a:spcBef>
                <a:spcPts val="500"/>
              </a:spcBef>
              <a:spcAft>
                <a:spcPts val="0"/>
              </a:spcAft>
              <a:buClr>
                <a:schemeClr val="dk1"/>
              </a:buClr>
              <a:buSzPts val="2000"/>
              <a:buFont typeface="Noto Sans Symbols"/>
              <a:buChar char="▪"/>
              <a:defRPr sz="2000"/>
            </a:lvl4pPr>
            <a:lvl5pPr indent="-355600" lvl="4" marL="2286000" algn="l">
              <a:lnSpc>
                <a:spcPct val="90000"/>
              </a:lnSpc>
              <a:spcBef>
                <a:spcPts val="500"/>
              </a:spcBef>
              <a:spcAft>
                <a:spcPts val="0"/>
              </a:spcAft>
              <a:buClr>
                <a:schemeClr val="dk1"/>
              </a:buClr>
              <a:buSzPts val="2000"/>
              <a:buFont typeface="Noto Sans Symbols"/>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72" name="Google Shape;72;p7"/>
          <p:cNvPicPr preferRelativeResize="0"/>
          <p:nvPr/>
        </p:nvPicPr>
        <p:blipFill rotWithShape="1">
          <a:blip r:embed="rId2">
            <a:alphaModFix/>
          </a:blip>
          <a:srcRect b="0" l="0" r="0" t="0"/>
          <a:stretch/>
        </p:blipFill>
        <p:spPr>
          <a:xfrm>
            <a:off x="192024" y="6425181"/>
            <a:ext cx="1664208" cy="25603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3" name="Shape 73"/>
        <p:cNvGrpSpPr/>
        <p:nvPr/>
      </p:nvGrpSpPr>
      <p:grpSpPr>
        <a:xfrm>
          <a:off x="0" y="0"/>
          <a:ext cx="0" cy="0"/>
          <a:chOff x="0" y="0"/>
          <a:chExt cx="0" cy="0"/>
        </a:xfrm>
      </p:grpSpPr>
      <p:sp>
        <p:nvSpPr>
          <p:cNvPr id="74" name="Google Shape;74;p8"/>
          <p:cNvSpPr txBox="1"/>
          <p:nvPr>
            <p:ph type="title"/>
          </p:nvPr>
        </p:nvSpPr>
        <p:spPr>
          <a:xfrm>
            <a:off x="838200" y="158496"/>
            <a:ext cx="10515600" cy="1219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IBM Plex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8"/>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8"/>
          <p:cNvSpPr txBox="1"/>
          <p:nvPr>
            <p:ph idx="11" type="ftr"/>
          </p:nvPr>
        </p:nvSpPr>
        <p:spPr>
          <a:xfrm>
            <a:off x="2155031" y="6378575"/>
            <a:ext cx="56554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8"/>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r>
              <a:rPr lang="en-US"/>
              <a:t>  |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Slide" showMasterSp="0">
  <p:cSld name="Yellow Slide">
    <p:bg>
      <p:bgPr>
        <a:solidFill>
          <a:schemeClr val="accent1"/>
        </a:solidFill>
      </p:bgPr>
    </p:bg>
    <p:spTree>
      <p:nvGrpSpPr>
        <p:cNvPr id="78" name="Shape 78"/>
        <p:cNvGrpSpPr/>
        <p:nvPr/>
      </p:nvGrpSpPr>
      <p:grpSpPr>
        <a:xfrm>
          <a:off x="0" y="0"/>
          <a:ext cx="0" cy="0"/>
          <a:chOff x="0" y="0"/>
          <a:chExt cx="0" cy="0"/>
        </a:xfrm>
      </p:grpSpPr>
      <p:sp>
        <p:nvSpPr>
          <p:cNvPr id="79" name="Google Shape;79;p9"/>
          <p:cNvSpPr txBox="1"/>
          <p:nvPr>
            <p:ph type="title"/>
          </p:nvPr>
        </p:nvSpPr>
        <p:spPr>
          <a:xfrm>
            <a:off x="838200" y="152401"/>
            <a:ext cx="10515600" cy="1219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400"/>
              <a:buFont typeface="IBM Plex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9"/>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1" type="ftr"/>
          </p:nvPr>
        </p:nvSpPr>
        <p:spPr>
          <a:xfrm>
            <a:off x="2155031" y="6378575"/>
            <a:ext cx="56554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9"/>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r>
              <a:rPr lang="en-US"/>
              <a:t>  |    </a:t>
            </a:r>
            <a:fld id="{00000000-1234-1234-1234-123412341234}" type="slidenum">
              <a:rPr lang="en-US"/>
              <a:t>‹#›</a:t>
            </a:fld>
            <a:endParaRPr/>
          </a:p>
        </p:txBody>
      </p:sp>
      <p:pic>
        <p:nvPicPr>
          <p:cNvPr id="83" name="Google Shape;83;p9"/>
          <p:cNvPicPr preferRelativeResize="0"/>
          <p:nvPr/>
        </p:nvPicPr>
        <p:blipFill rotWithShape="1">
          <a:blip r:embed="rId2">
            <a:alphaModFix/>
          </a:blip>
          <a:srcRect b="0" l="0" r="0" t="0"/>
          <a:stretch/>
        </p:blipFill>
        <p:spPr>
          <a:xfrm>
            <a:off x="192024" y="6425181"/>
            <a:ext cx="1664208" cy="256032"/>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84" name="Shape 84"/>
        <p:cNvGrpSpPr/>
        <p:nvPr/>
      </p:nvGrpSpPr>
      <p:grpSpPr>
        <a:xfrm>
          <a:off x="0" y="0"/>
          <a:ext cx="0" cy="0"/>
          <a:chOff x="0" y="0"/>
          <a:chExt cx="0" cy="0"/>
        </a:xfrm>
      </p:grpSpPr>
      <p:sp>
        <p:nvSpPr>
          <p:cNvPr id="85" name="Google Shape;85;p10"/>
          <p:cNvSpPr txBox="1"/>
          <p:nvPr>
            <p:ph type="title"/>
          </p:nvPr>
        </p:nvSpPr>
        <p:spPr>
          <a:xfrm>
            <a:off x="838200" y="152400"/>
            <a:ext cx="10515600" cy="1219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IBM Plex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0"/>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0"/>
          <p:cNvSpPr txBox="1"/>
          <p:nvPr>
            <p:ph idx="11" type="ftr"/>
          </p:nvPr>
        </p:nvSpPr>
        <p:spPr>
          <a:xfrm>
            <a:off x="2155031" y="6378575"/>
            <a:ext cx="56554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0"/>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10"/>
          <p:cNvSpPr txBox="1"/>
          <p:nvPr>
            <p:ph idx="1" type="body"/>
          </p:nvPr>
        </p:nvSpPr>
        <p:spPr>
          <a:xfrm>
            <a:off x="838200" y="1638300"/>
            <a:ext cx="10515600" cy="441959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 Slide (2)">
    <p:spTree>
      <p:nvGrpSpPr>
        <p:cNvPr id="90" name="Shape 90"/>
        <p:cNvGrpSpPr/>
        <p:nvPr/>
      </p:nvGrpSpPr>
      <p:grpSpPr>
        <a:xfrm>
          <a:off x="0" y="0"/>
          <a:ext cx="0" cy="0"/>
          <a:chOff x="0" y="0"/>
          <a:chExt cx="0" cy="0"/>
        </a:xfrm>
      </p:grpSpPr>
      <p:sp>
        <p:nvSpPr>
          <p:cNvPr id="91" name="Google Shape;91;p11"/>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1"/>
          <p:cNvSpPr txBox="1"/>
          <p:nvPr>
            <p:ph idx="11" type="ftr"/>
          </p:nvPr>
        </p:nvSpPr>
        <p:spPr>
          <a:xfrm>
            <a:off x="2362200" y="6378575"/>
            <a:ext cx="5448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1"/>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r>
              <a:rPr lang="en-US"/>
              <a:t>  |    </a:t>
            </a:r>
            <a:fld id="{00000000-1234-1234-1234-123412341234}" type="slidenum">
              <a:rPr lang="en-US"/>
              <a:t>‹#›</a:t>
            </a:fld>
            <a:endParaRPr/>
          </a:p>
        </p:txBody>
      </p:sp>
      <p:sp>
        <p:nvSpPr>
          <p:cNvPr id="94" name="Google Shape;94;p11"/>
          <p:cNvSpPr txBox="1"/>
          <p:nvPr>
            <p:ph type="title"/>
          </p:nvPr>
        </p:nvSpPr>
        <p:spPr>
          <a:xfrm>
            <a:off x="838200" y="1085850"/>
            <a:ext cx="2794000" cy="46863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hoto)">
  <p:cSld name="Title Slide (Photo)">
    <p:spTree>
      <p:nvGrpSpPr>
        <p:cNvPr id="95" name="Shape 95"/>
        <p:cNvGrpSpPr/>
        <p:nvPr/>
      </p:nvGrpSpPr>
      <p:grpSpPr>
        <a:xfrm>
          <a:off x="0" y="0"/>
          <a:ext cx="0" cy="0"/>
          <a:chOff x="0" y="0"/>
          <a:chExt cx="0" cy="0"/>
        </a:xfrm>
      </p:grpSpPr>
      <p:sp>
        <p:nvSpPr>
          <p:cNvPr id="96" name="Google Shape;96;p12"/>
          <p:cNvSpPr/>
          <p:nvPr/>
        </p:nvSpPr>
        <p:spPr>
          <a:xfrm>
            <a:off x="838200" y="0"/>
            <a:ext cx="3429000" cy="6057900"/>
          </a:xfrm>
          <a:prstGeom prst="rect">
            <a:avLst/>
          </a:prstGeom>
          <a:solidFill>
            <a:schemeClr val="accent1"/>
          </a:solidFill>
          <a:ln cap="flat" cmpd="sng" w="12700">
            <a:solidFill>
              <a:srgbClr val="BA940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IBM Plex Sans"/>
              <a:ea typeface="IBM Plex Sans"/>
              <a:cs typeface="IBM Plex Sans"/>
              <a:sym typeface="IBM Plex Sans"/>
            </a:endParaRPr>
          </a:p>
        </p:txBody>
      </p:sp>
      <p:sp>
        <p:nvSpPr>
          <p:cNvPr id="97" name="Google Shape;97;p12"/>
          <p:cNvSpPr txBox="1"/>
          <p:nvPr>
            <p:ph type="title"/>
          </p:nvPr>
        </p:nvSpPr>
        <p:spPr>
          <a:xfrm>
            <a:off x="838200" y="800101"/>
            <a:ext cx="3429000" cy="2489199"/>
          </a:xfrm>
          <a:prstGeom prst="rect">
            <a:avLst/>
          </a:prstGeom>
          <a:noFill/>
          <a:ln>
            <a:noFill/>
          </a:ln>
        </p:spPr>
        <p:txBody>
          <a:bodyPr anchorCtr="0" anchor="b" bIns="45700" lIns="274300" spcFirstLastPara="1" rIns="91425" wrap="square" tIns="45700">
            <a:normAutofit/>
          </a:bodyPr>
          <a:lstStyle>
            <a:lvl1pPr lvl="0" algn="l">
              <a:lnSpc>
                <a:spcPct val="90000"/>
              </a:lnSpc>
              <a:spcBef>
                <a:spcPts val="0"/>
              </a:spcBef>
              <a:spcAft>
                <a:spcPts val="0"/>
              </a:spcAft>
              <a:buClr>
                <a:schemeClr val="dk1"/>
              </a:buClr>
              <a:buSzPts val="3200"/>
              <a:buFont typeface="IBM Plex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2"/>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2"/>
          <p:cNvSpPr txBox="1"/>
          <p:nvPr>
            <p:ph idx="11" type="ftr"/>
          </p:nvPr>
        </p:nvSpPr>
        <p:spPr>
          <a:xfrm>
            <a:off x="2155031" y="6378575"/>
            <a:ext cx="56554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2"/>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r>
              <a:rPr lang="en-US"/>
              <a:t>  |    </a:t>
            </a:r>
            <a:fld id="{00000000-1234-1234-1234-123412341234}" type="slidenum">
              <a:rPr lang="en-US"/>
              <a:t>‹#›</a:t>
            </a:fld>
            <a:endParaRPr/>
          </a:p>
        </p:txBody>
      </p:sp>
      <p:sp>
        <p:nvSpPr>
          <p:cNvPr id="101" name="Google Shape;101;p12"/>
          <p:cNvSpPr txBox="1"/>
          <p:nvPr/>
        </p:nvSpPr>
        <p:spPr>
          <a:xfrm>
            <a:off x="838200" y="3568701"/>
            <a:ext cx="3429000" cy="1892826"/>
          </a:xfrm>
          <a:prstGeom prst="rect">
            <a:avLst/>
          </a:prstGeom>
          <a:noFill/>
          <a:ln>
            <a:noFill/>
          </a:ln>
        </p:spPr>
        <p:txBody>
          <a:bodyPr anchorCtr="0" anchor="t" bIns="1280150" lIns="274300" spcFirstLastPara="1" rIns="274300" wrap="square" tIns="45700">
            <a:spAutoFit/>
          </a:bodyPr>
          <a:lstStyle/>
          <a:p>
            <a:pPr indent="0" lvl="0" marL="0" marR="0" rtl="0" algn="l">
              <a:spcBef>
                <a:spcPts val="0"/>
              </a:spcBef>
              <a:spcAft>
                <a:spcPts val="0"/>
              </a:spcAft>
              <a:buNone/>
            </a:pPr>
            <a:r>
              <a:rPr lang="en-US" sz="1800">
                <a:solidFill>
                  <a:schemeClr val="dk1"/>
                </a:solidFill>
                <a:latin typeface="IBM Plex Sans"/>
                <a:ea typeface="IBM Plex Sans"/>
                <a:cs typeface="IBM Plex Sans"/>
                <a:sym typeface="IBM Plex Sans"/>
              </a:rPr>
              <a:t>Click to add text</a:t>
            </a:r>
            <a:endParaRPr/>
          </a:p>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02" name="Google Shape;102;p12"/>
          <p:cNvSpPr/>
          <p:nvPr>
            <p:ph idx="2" type="pic"/>
          </p:nvPr>
        </p:nvSpPr>
        <p:spPr>
          <a:xfrm>
            <a:off x="5080000" y="1371600"/>
            <a:ext cx="6273800" cy="4139048"/>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secHead">
  <p:cSld name="SECTION_HEADER">
    <p:spTree>
      <p:nvGrpSpPr>
        <p:cNvPr id="103" name="Shape 103"/>
        <p:cNvGrpSpPr/>
        <p:nvPr/>
      </p:nvGrpSpPr>
      <p:grpSpPr>
        <a:xfrm>
          <a:off x="0" y="0"/>
          <a:ext cx="0" cy="0"/>
          <a:chOff x="0" y="0"/>
          <a:chExt cx="0" cy="0"/>
        </a:xfrm>
      </p:grpSpPr>
      <p:sp>
        <p:nvSpPr>
          <p:cNvPr id="104" name="Google Shape;104;p1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IBM Plex San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1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182875">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06" name="Google Shape;106;p13"/>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3"/>
          <p:cNvSpPr txBox="1"/>
          <p:nvPr>
            <p:ph idx="11" type="ftr"/>
          </p:nvPr>
        </p:nvSpPr>
        <p:spPr>
          <a:xfrm>
            <a:off x="2155031" y="6378575"/>
            <a:ext cx="56554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3"/>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9" name="Shape 109"/>
        <p:cNvGrpSpPr/>
        <p:nvPr/>
      </p:nvGrpSpPr>
      <p:grpSpPr>
        <a:xfrm>
          <a:off x="0" y="0"/>
          <a:ext cx="0" cy="0"/>
          <a:chOff x="0" y="0"/>
          <a:chExt cx="0" cy="0"/>
        </a:xfrm>
      </p:grpSpPr>
      <p:sp>
        <p:nvSpPr>
          <p:cNvPr id="110" name="Google Shape;110;p14"/>
          <p:cNvSpPr txBox="1"/>
          <p:nvPr>
            <p:ph type="title"/>
          </p:nvPr>
        </p:nvSpPr>
        <p:spPr>
          <a:xfrm>
            <a:off x="838200" y="152401"/>
            <a:ext cx="10515600" cy="1219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14"/>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4"/>
          <p:cNvSpPr txBox="1"/>
          <p:nvPr>
            <p:ph idx="11" type="ftr"/>
          </p:nvPr>
        </p:nvSpPr>
        <p:spPr>
          <a:xfrm>
            <a:off x="2155031" y="6378575"/>
            <a:ext cx="56554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4"/>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6" name="Shape 116"/>
        <p:cNvGrpSpPr/>
        <p:nvPr/>
      </p:nvGrpSpPr>
      <p:grpSpPr>
        <a:xfrm>
          <a:off x="0" y="0"/>
          <a:ext cx="0" cy="0"/>
          <a:chOff x="0" y="0"/>
          <a:chExt cx="0" cy="0"/>
        </a:xfrm>
      </p:grpSpPr>
      <p:sp>
        <p:nvSpPr>
          <p:cNvPr id="117" name="Google Shape;117;p15"/>
          <p:cNvSpPr txBox="1"/>
          <p:nvPr>
            <p:ph type="title"/>
          </p:nvPr>
        </p:nvSpPr>
        <p:spPr>
          <a:xfrm>
            <a:off x="838200" y="160593"/>
            <a:ext cx="10515600" cy="121100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1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9" name="Google Shape;119;p1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1" name="Google Shape;121;p1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15"/>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5"/>
          <p:cNvSpPr txBox="1"/>
          <p:nvPr>
            <p:ph idx="11" type="ftr"/>
          </p:nvPr>
        </p:nvSpPr>
        <p:spPr>
          <a:xfrm>
            <a:off x="2155031" y="6378575"/>
            <a:ext cx="56554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5"/>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IBM Plex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1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28" name="Google Shape;128;p1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9" name="Google Shape;129;p16"/>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6"/>
          <p:cNvSpPr txBox="1"/>
          <p:nvPr>
            <p:ph idx="11" type="ftr"/>
          </p:nvPr>
        </p:nvSpPr>
        <p:spPr>
          <a:xfrm>
            <a:off x="2155031" y="6378575"/>
            <a:ext cx="56554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6"/>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IBM Plex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17"/>
          <p:cNvSpPr/>
          <p:nvPr>
            <p:ph idx="2" type="pic"/>
          </p:nvPr>
        </p:nvSpPr>
        <p:spPr>
          <a:xfrm>
            <a:off x="5183188" y="987425"/>
            <a:ext cx="6172200" cy="4873625"/>
          </a:xfrm>
          <a:prstGeom prst="rect">
            <a:avLst/>
          </a:prstGeom>
          <a:noFill/>
          <a:ln>
            <a:noFill/>
          </a:ln>
        </p:spPr>
      </p:sp>
      <p:sp>
        <p:nvSpPr>
          <p:cNvPr id="135" name="Google Shape;135;p1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6" name="Google Shape;136;p17"/>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7"/>
          <p:cNvSpPr txBox="1"/>
          <p:nvPr>
            <p:ph idx="11" type="ftr"/>
          </p:nvPr>
        </p:nvSpPr>
        <p:spPr>
          <a:xfrm>
            <a:off x="2155031" y="6378575"/>
            <a:ext cx="56554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7"/>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1.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152401"/>
            <a:ext cx="10515600" cy="12192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IBM Plex Sans"/>
              <a:buNone/>
              <a:defRPr b="1" i="0" sz="4400" u="none" cap="none" strike="noStrike">
                <a:solidFill>
                  <a:schemeClr val="dk1"/>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638300"/>
            <a:ext cx="10515600" cy="4419599"/>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1"/>
              </a:buClr>
              <a:buSzPts val="2000"/>
              <a:buFont typeface="Noto Sans Symbols"/>
              <a:buChar char="▪"/>
              <a:defRPr b="0" i="0" sz="2000" u="none" cap="none" strike="noStrike">
                <a:solidFill>
                  <a:schemeClr val="dk1"/>
                </a:solidFill>
                <a:latin typeface="IBM Plex Sans"/>
                <a:ea typeface="IBM Plex Sans"/>
                <a:cs typeface="IBM Plex Sans"/>
                <a:sym typeface="IBM Plex Sans"/>
              </a:defRPr>
            </a:lvl1pPr>
            <a:lvl2pPr indent="-342900" lvl="1" marL="9144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IBM Plex Sans"/>
                <a:ea typeface="IBM Plex Sans"/>
                <a:cs typeface="IBM Plex Sans"/>
                <a:sym typeface="IBM Plex Sans"/>
              </a:defRPr>
            </a:lvl2pPr>
            <a:lvl3pPr indent="-330200" lvl="2" marL="1371600" marR="0" rtl="0" algn="l">
              <a:lnSpc>
                <a:spcPct val="90000"/>
              </a:lnSpc>
              <a:spcBef>
                <a:spcPts val="500"/>
              </a:spcBef>
              <a:spcAft>
                <a:spcPts val="0"/>
              </a:spcAft>
              <a:buClr>
                <a:schemeClr val="dk1"/>
              </a:buClr>
              <a:buSzPts val="1600"/>
              <a:buFont typeface="Noto Sans Symbols"/>
              <a:buChar char="▪"/>
              <a:defRPr b="0" i="0" sz="1600" u="none" cap="none" strike="noStrike">
                <a:solidFill>
                  <a:schemeClr val="dk1"/>
                </a:solidFill>
                <a:latin typeface="IBM Plex Sans"/>
                <a:ea typeface="IBM Plex Sans"/>
                <a:cs typeface="IBM Plex Sans"/>
                <a:sym typeface="IBM Plex Sans"/>
              </a:defRPr>
            </a:lvl3pPr>
            <a:lvl4pPr indent="-330200" lvl="3" marL="1828800" marR="0" rtl="0" algn="l">
              <a:lnSpc>
                <a:spcPct val="90000"/>
              </a:lnSpc>
              <a:spcBef>
                <a:spcPts val="500"/>
              </a:spcBef>
              <a:spcAft>
                <a:spcPts val="0"/>
              </a:spcAft>
              <a:buClr>
                <a:schemeClr val="dk1"/>
              </a:buClr>
              <a:buSzPts val="1600"/>
              <a:buFont typeface="Noto Sans Symbols"/>
              <a:buChar char="▪"/>
              <a:defRPr b="0" i="0" sz="1600" u="none" cap="none" strike="noStrike">
                <a:solidFill>
                  <a:schemeClr val="dk1"/>
                </a:solidFill>
                <a:latin typeface="IBM Plex Sans"/>
                <a:ea typeface="IBM Plex Sans"/>
                <a:cs typeface="IBM Plex Sans"/>
                <a:sym typeface="IBM Plex Sans"/>
              </a:defRPr>
            </a:lvl4pPr>
            <a:lvl5pPr indent="-317500" lvl="4" marL="22860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IBM Plex Sans"/>
                <a:ea typeface="IBM Plex Sans"/>
                <a:cs typeface="IBM Plex Sans"/>
                <a:sym typeface="IBM Plex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9pPr>
          </a:lstStyle>
          <a:p/>
        </p:txBody>
      </p:sp>
      <p:sp>
        <p:nvSpPr>
          <p:cNvPr id="12" name="Google Shape;12;p1"/>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888888"/>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3" name="Google Shape;13;p1"/>
          <p:cNvSpPr txBox="1"/>
          <p:nvPr>
            <p:ph idx="11" type="ftr"/>
          </p:nvPr>
        </p:nvSpPr>
        <p:spPr>
          <a:xfrm>
            <a:off x="2155031" y="6378575"/>
            <a:ext cx="565546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888888"/>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4" name="Google Shape;14;p1"/>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lvl1pPr indent="0" lvl="0" marL="0" marR="0" rtl="0" algn="r">
              <a:spcBef>
                <a:spcPts val="0"/>
              </a:spcBef>
              <a:buNone/>
              <a:defRPr b="0" i="0" sz="1000" u="none" cap="none" strike="noStrike">
                <a:solidFill>
                  <a:srgbClr val="888888"/>
                </a:solidFill>
                <a:latin typeface="IBM Plex Sans"/>
                <a:ea typeface="IBM Plex Sans"/>
                <a:cs typeface="IBM Plex Sans"/>
                <a:sym typeface="IBM Plex Sans"/>
              </a:defRPr>
            </a:lvl1pPr>
            <a:lvl2pPr indent="0" lvl="1" marL="0" marR="0" rtl="0" algn="r">
              <a:spcBef>
                <a:spcPts val="0"/>
              </a:spcBef>
              <a:buNone/>
              <a:defRPr b="0" i="0" sz="1000" u="none" cap="none" strike="noStrike">
                <a:solidFill>
                  <a:srgbClr val="888888"/>
                </a:solidFill>
                <a:latin typeface="IBM Plex Sans"/>
                <a:ea typeface="IBM Plex Sans"/>
                <a:cs typeface="IBM Plex Sans"/>
                <a:sym typeface="IBM Plex Sans"/>
              </a:defRPr>
            </a:lvl2pPr>
            <a:lvl3pPr indent="0" lvl="2" marL="0" marR="0" rtl="0" algn="r">
              <a:spcBef>
                <a:spcPts val="0"/>
              </a:spcBef>
              <a:buNone/>
              <a:defRPr b="0" i="0" sz="1000" u="none" cap="none" strike="noStrike">
                <a:solidFill>
                  <a:srgbClr val="888888"/>
                </a:solidFill>
                <a:latin typeface="IBM Plex Sans"/>
                <a:ea typeface="IBM Plex Sans"/>
                <a:cs typeface="IBM Plex Sans"/>
                <a:sym typeface="IBM Plex Sans"/>
              </a:defRPr>
            </a:lvl3pPr>
            <a:lvl4pPr indent="0" lvl="3" marL="0" marR="0" rtl="0" algn="r">
              <a:spcBef>
                <a:spcPts val="0"/>
              </a:spcBef>
              <a:buNone/>
              <a:defRPr b="0" i="0" sz="1000" u="none" cap="none" strike="noStrike">
                <a:solidFill>
                  <a:srgbClr val="888888"/>
                </a:solidFill>
                <a:latin typeface="IBM Plex Sans"/>
                <a:ea typeface="IBM Plex Sans"/>
                <a:cs typeface="IBM Plex Sans"/>
                <a:sym typeface="IBM Plex Sans"/>
              </a:defRPr>
            </a:lvl4pPr>
            <a:lvl5pPr indent="0" lvl="4" marL="0" marR="0" rtl="0" algn="r">
              <a:spcBef>
                <a:spcPts val="0"/>
              </a:spcBef>
              <a:buNone/>
              <a:defRPr b="0" i="0" sz="1000" u="none" cap="none" strike="noStrike">
                <a:solidFill>
                  <a:srgbClr val="888888"/>
                </a:solidFill>
                <a:latin typeface="IBM Plex Sans"/>
                <a:ea typeface="IBM Plex Sans"/>
                <a:cs typeface="IBM Plex Sans"/>
                <a:sym typeface="IBM Plex Sans"/>
              </a:defRPr>
            </a:lvl5pPr>
            <a:lvl6pPr indent="0" lvl="5" marL="0" marR="0" rtl="0" algn="r">
              <a:spcBef>
                <a:spcPts val="0"/>
              </a:spcBef>
              <a:buNone/>
              <a:defRPr b="0" i="0" sz="1000" u="none" cap="none" strike="noStrike">
                <a:solidFill>
                  <a:srgbClr val="888888"/>
                </a:solidFill>
                <a:latin typeface="IBM Plex Sans"/>
                <a:ea typeface="IBM Plex Sans"/>
                <a:cs typeface="IBM Plex Sans"/>
                <a:sym typeface="IBM Plex Sans"/>
              </a:defRPr>
            </a:lvl6pPr>
            <a:lvl7pPr indent="0" lvl="6" marL="0" marR="0" rtl="0" algn="r">
              <a:spcBef>
                <a:spcPts val="0"/>
              </a:spcBef>
              <a:buNone/>
              <a:defRPr b="0" i="0" sz="1000" u="none" cap="none" strike="noStrike">
                <a:solidFill>
                  <a:srgbClr val="888888"/>
                </a:solidFill>
                <a:latin typeface="IBM Plex Sans"/>
                <a:ea typeface="IBM Plex Sans"/>
                <a:cs typeface="IBM Plex Sans"/>
                <a:sym typeface="IBM Plex Sans"/>
              </a:defRPr>
            </a:lvl7pPr>
            <a:lvl8pPr indent="0" lvl="7" marL="0" marR="0" rtl="0" algn="r">
              <a:spcBef>
                <a:spcPts val="0"/>
              </a:spcBef>
              <a:buNone/>
              <a:defRPr b="0" i="0" sz="1000" u="none" cap="none" strike="noStrike">
                <a:solidFill>
                  <a:srgbClr val="888888"/>
                </a:solidFill>
                <a:latin typeface="IBM Plex Sans"/>
                <a:ea typeface="IBM Plex Sans"/>
                <a:cs typeface="IBM Plex Sans"/>
                <a:sym typeface="IBM Plex Sans"/>
              </a:defRPr>
            </a:lvl8pPr>
            <a:lvl9pPr indent="0" lvl="8" marL="0" marR="0" rtl="0" algn="r">
              <a:spcBef>
                <a:spcPts val="0"/>
              </a:spcBef>
              <a:buNone/>
              <a:defRPr b="0" i="0" sz="1000" u="none" cap="none" strike="noStrike">
                <a:solidFill>
                  <a:srgbClr val="888888"/>
                </a:solidFill>
                <a:latin typeface="IBM Plex Sans"/>
                <a:ea typeface="IBM Plex Sans"/>
                <a:cs typeface="IBM Plex Sans"/>
                <a:sym typeface="IBM Plex Sans"/>
              </a:defRPr>
            </a:lvl9pPr>
          </a:lstStyle>
          <a:p>
            <a:pPr indent="0" lvl="0" marL="0" rtl="0" algn="r">
              <a:spcBef>
                <a:spcPts val="0"/>
              </a:spcBef>
              <a:spcAft>
                <a:spcPts val="0"/>
              </a:spcAft>
              <a:buNone/>
            </a:pPr>
            <a:r>
              <a:rPr lang="en-US"/>
              <a:t>  |    </a:t>
            </a:r>
            <a:fld id="{00000000-1234-1234-1234-123412341234}" type="slidenum">
              <a:rPr lang="en-US"/>
              <a:t>‹#›</a:t>
            </a:fld>
            <a:endParaRPr/>
          </a:p>
        </p:txBody>
      </p:sp>
      <p:pic>
        <p:nvPicPr>
          <p:cNvPr id="15" name="Google Shape;15;p1"/>
          <p:cNvPicPr preferRelativeResize="0"/>
          <p:nvPr/>
        </p:nvPicPr>
        <p:blipFill rotWithShape="1">
          <a:blip r:embed="rId1">
            <a:alphaModFix/>
          </a:blip>
          <a:srcRect b="0" l="0" r="0" t="0"/>
          <a:stretch/>
        </p:blipFill>
        <p:spPr>
          <a:xfrm>
            <a:off x="190500" y="6425349"/>
            <a:ext cx="1647825" cy="25351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96">
          <p15:clr>
            <a:srgbClr val="F26B43"/>
          </p15:clr>
        </p15:guide>
        <p15:guide id="2" pos="120">
          <p15:clr>
            <a:srgbClr val="F26B43"/>
          </p15:clr>
        </p15:guide>
        <p15:guide id="3" orient="horz" pos="3816">
          <p15:clr>
            <a:srgbClr val="F26B43"/>
          </p15:clr>
        </p15:guide>
        <p15:guide id="4" pos="7560">
          <p15:clr>
            <a:srgbClr val="F26B43"/>
          </p15:clr>
        </p15:guide>
        <p15:guide id="5" orient="horz" pos="864">
          <p15:clr>
            <a:srgbClr val="F26B43"/>
          </p15:clr>
        </p15:guide>
        <p15:guide id="6" orient="horz" pos="4248">
          <p15:clr>
            <a:srgbClr val="F26B43"/>
          </p15:clr>
        </p15:guide>
        <p15:guide id="7" pos="7152">
          <p15:clr>
            <a:srgbClr val="F26B43"/>
          </p15:clr>
        </p15:guide>
        <p15:guide id="8" orient="horz" pos="4008">
          <p15:clr>
            <a:srgbClr val="F26B43"/>
          </p15:clr>
        </p15:guide>
        <p15:guide id="9" pos="52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1" Type="http://schemas.openxmlformats.org/officeDocument/2006/relationships/hyperlink" Target="https://fdc.nal.usda.gov/download-datasets" TargetMode="External"/><Relationship Id="rId10" Type="http://schemas.openxmlformats.org/officeDocument/2006/relationships/hyperlink" Target="https://www.ons.gov.uk/peoplepopulationandcommunity/personalandhouseholdfinances/expenditure/datasets/familyspendingworkbook1detailedexpenditureandtrends" TargetMode="External"/><Relationship Id="rId13" Type="http://schemas.openxmlformats.org/officeDocument/2006/relationships/hyperlink" Target="https://www.fns.usda.gov/research/cnpp/usda-food-plans/cost-food-monthly-reports" TargetMode="External"/><Relationship Id="rId12" Type="http://schemas.openxmlformats.org/officeDocument/2006/relationships/hyperlink" Target="https://fred.stlouisfed.org/series/LES1252881600Q" TargetMode="External"/><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hyperlink" Target="https://pandas.pydata.org/docs/user_guide/index.html" TargetMode="External"/><Relationship Id="rId4" Type="http://schemas.openxmlformats.org/officeDocument/2006/relationships/hyperlink" Target="https://seaborn.pydata.org/" TargetMode="External"/><Relationship Id="rId9" Type="http://schemas.openxmlformats.org/officeDocument/2006/relationships/hyperlink" Target="https://data.usatoday.com/projects/grocery-prices-tracker/" TargetMode="External"/><Relationship Id="rId5" Type="http://schemas.openxmlformats.org/officeDocument/2006/relationships/hyperlink" Target="https://numpy.org/" TargetMode="External"/><Relationship Id="rId6" Type="http://schemas.openxmlformats.org/officeDocument/2006/relationships/hyperlink" Target="https://matplotlib.org/" TargetMode="External"/><Relationship Id="rId7" Type="http://schemas.openxmlformats.org/officeDocument/2006/relationships/hyperlink" Target="https://matplotlib.org/stable/tutorials/pyplot.html" TargetMode="External"/><Relationship Id="rId8" Type="http://schemas.openxmlformats.org/officeDocument/2006/relationships/hyperlink" Target="https://www.ers.usda.gov/data-products/food-expenditure-seri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18"/>
          <p:cNvPicPr preferRelativeResize="0"/>
          <p:nvPr/>
        </p:nvPicPr>
        <p:blipFill rotWithShape="1">
          <a:blip r:embed="rId3">
            <a:alphaModFix/>
          </a:blip>
          <a:srcRect b="1663" l="0" r="10161" t="2220"/>
          <a:stretch/>
        </p:blipFill>
        <p:spPr>
          <a:xfrm>
            <a:off x="0" y="-32700"/>
            <a:ext cx="5312401" cy="6923400"/>
          </a:xfrm>
          <a:prstGeom prst="rect">
            <a:avLst/>
          </a:prstGeom>
          <a:noFill/>
          <a:ln>
            <a:noFill/>
          </a:ln>
        </p:spPr>
      </p:pic>
      <p:sp>
        <p:nvSpPr>
          <p:cNvPr id="144" name="Google Shape;144;p18"/>
          <p:cNvSpPr txBox="1"/>
          <p:nvPr>
            <p:ph type="title"/>
          </p:nvPr>
        </p:nvSpPr>
        <p:spPr>
          <a:xfrm>
            <a:off x="6168450" y="857650"/>
            <a:ext cx="5443800" cy="18945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2880"/>
              <a:buFont typeface="IBM Plex Sans"/>
              <a:buNone/>
            </a:pPr>
            <a:r>
              <a:rPr lang="en-US" sz="3980"/>
              <a:t>Analysis of Grocery Trends and Data in US Under an Economic Lens</a:t>
            </a:r>
            <a:endParaRPr sz="3980"/>
          </a:p>
        </p:txBody>
      </p:sp>
      <p:sp>
        <p:nvSpPr>
          <p:cNvPr id="145" name="Google Shape;145;p18"/>
          <p:cNvSpPr txBox="1"/>
          <p:nvPr>
            <p:ph idx="1" type="body"/>
          </p:nvPr>
        </p:nvSpPr>
        <p:spPr>
          <a:xfrm>
            <a:off x="5540923" y="3624087"/>
            <a:ext cx="4152900" cy="695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2000"/>
              <a:buNone/>
            </a:pPr>
            <a:r>
              <a:rPr lang="en-US"/>
              <a:t>William Torrey</a:t>
            </a:r>
            <a:endParaRPr/>
          </a:p>
          <a:p>
            <a:pPr indent="0" lvl="0" marL="0" rtl="0" algn="l">
              <a:spcBef>
                <a:spcPts val="0"/>
              </a:spcBef>
              <a:spcAft>
                <a:spcPts val="0"/>
              </a:spcAft>
              <a:buClr>
                <a:schemeClr val="dk1"/>
              </a:buClr>
              <a:buSzPts val="2000"/>
              <a:buNone/>
            </a:pPr>
            <a:r>
              <a:rPr lang="en-US"/>
              <a:t>(Computer Science)</a:t>
            </a:r>
            <a:endParaRPr/>
          </a:p>
        </p:txBody>
      </p:sp>
      <p:sp>
        <p:nvSpPr>
          <p:cNvPr id="146" name="Google Shape;146;p18"/>
          <p:cNvSpPr txBox="1"/>
          <p:nvPr>
            <p:ph idx="2" type="body"/>
          </p:nvPr>
        </p:nvSpPr>
        <p:spPr>
          <a:xfrm>
            <a:off x="5540923" y="4319407"/>
            <a:ext cx="4152900" cy="695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2000"/>
              <a:buNone/>
            </a:pPr>
            <a:r>
              <a:rPr lang="en-US"/>
              <a:t>Brendan McCormack</a:t>
            </a:r>
            <a:endParaRPr/>
          </a:p>
          <a:p>
            <a:pPr indent="0" lvl="0" marL="0" rtl="0" algn="l">
              <a:spcBef>
                <a:spcPts val="0"/>
              </a:spcBef>
              <a:spcAft>
                <a:spcPts val="0"/>
              </a:spcAft>
              <a:buClr>
                <a:schemeClr val="dk1"/>
              </a:buClr>
              <a:buSzPts val="2000"/>
              <a:buNone/>
            </a:pPr>
            <a:r>
              <a:rPr lang="en-US"/>
              <a:t>(Electrical Engineering)</a:t>
            </a:r>
            <a:endParaRPr/>
          </a:p>
        </p:txBody>
      </p:sp>
      <p:sp>
        <p:nvSpPr>
          <p:cNvPr id="147" name="Google Shape;147;p18"/>
          <p:cNvSpPr txBox="1"/>
          <p:nvPr>
            <p:ph idx="3" type="body"/>
          </p:nvPr>
        </p:nvSpPr>
        <p:spPr>
          <a:xfrm>
            <a:off x="5540923" y="5014802"/>
            <a:ext cx="4152900" cy="695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2000"/>
              <a:buNone/>
            </a:pPr>
            <a:r>
              <a:rPr lang="en-US"/>
              <a:t>Michael Lesse</a:t>
            </a:r>
            <a:endParaRPr/>
          </a:p>
          <a:p>
            <a:pPr indent="0" lvl="0" marL="0" rtl="0" algn="l">
              <a:spcBef>
                <a:spcPts val="0"/>
              </a:spcBef>
              <a:spcAft>
                <a:spcPts val="0"/>
              </a:spcAft>
              <a:buClr>
                <a:schemeClr val="dk1"/>
              </a:buClr>
              <a:buSzPts val="2000"/>
              <a:buNone/>
            </a:pPr>
            <a:r>
              <a:rPr lang="en-US"/>
              <a:t>(Computer Science)</a:t>
            </a:r>
            <a:endParaRPr/>
          </a:p>
        </p:txBody>
      </p:sp>
      <p:sp>
        <p:nvSpPr>
          <p:cNvPr id="148" name="Google Shape;148;p18"/>
          <p:cNvSpPr txBox="1"/>
          <p:nvPr>
            <p:ph idx="15" type="body"/>
          </p:nvPr>
        </p:nvSpPr>
        <p:spPr>
          <a:xfrm>
            <a:off x="10471200" y="6564000"/>
            <a:ext cx="1765200" cy="359400"/>
          </a:xfrm>
          <a:prstGeom prst="rect">
            <a:avLst/>
          </a:prstGeom>
          <a:noFill/>
          <a:ln>
            <a:noFill/>
          </a:ln>
        </p:spPr>
        <p:txBody>
          <a:bodyPr anchorCtr="0" anchor="ctr" bIns="45700" lIns="91425" spcFirstLastPara="1" rIns="91425" wrap="square" tIns="45700">
            <a:normAutofit fontScale="85000"/>
          </a:bodyPr>
          <a:lstStyle/>
          <a:p>
            <a:pPr indent="0" lvl="0" marL="0" rtl="0" algn="l">
              <a:lnSpc>
                <a:spcPct val="115000"/>
              </a:lnSpc>
              <a:spcBef>
                <a:spcPts val="0"/>
              </a:spcBef>
              <a:spcAft>
                <a:spcPts val="0"/>
              </a:spcAft>
              <a:buClr>
                <a:schemeClr val="dk1"/>
              </a:buClr>
              <a:buSzPct val="55000"/>
              <a:buFont typeface="Arial"/>
              <a:buNone/>
            </a:pPr>
            <a:r>
              <a:rPr b="1" lang="en-US">
                <a:latin typeface="IBM Plex Sans"/>
                <a:ea typeface="IBM Plex Sans"/>
                <a:cs typeface="IBM Plex Sans"/>
                <a:sym typeface="IBM Plex Sans"/>
              </a:rPr>
              <a:t>April 4th 2026</a:t>
            </a:r>
            <a:endParaRPr b="1">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9"/>
          <p:cNvSpPr txBox="1"/>
          <p:nvPr>
            <p:ph type="ctrTitle"/>
          </p:nvPr>
        </p:nvSpPr>
        <p:spPr>
          <a:xfrm>
            <a:off x="0" y="0"/>
            <a:ext cx="10252500" cy="10968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a:t>Background</a:t>
            </a:r>
            <a:r>
              <a:rPr lang="en-US"/>
              <a:t> &amp; Problem Statement</a:t>
            </a:r>
            <a:endParaRPr/>
          </a:p>
        </p:txBody>
      </p:sp>
      <p:sp>
        <p:nvSpPr>
          <p:cNvPr id="155" name="Google Shape;155;p19"/>
          <p:cNvSpPr txBox="1"/>
          <p:nvPr/>
        </p:nvSpPr>
        <p:spPr>
          <a:xfrm>
            <a:off x="0" y="1096800"/>
            <a:ext cx="8086800" cy="4871700"/>
          </a:xfrm>
          <a:prstGeom prst="rect">
            <a:avLst/>
          </a:prstGeom>
          <a:noFill/>
          <a:ln>
            <a:noFill/>
          </a:ln>
        </p:spPr>
        <p:txBody>
          <a:bodyPr anchorCtr="0" anchor="t" bIns="91425" lIns="91425" spcFirstLastPara="1" rIns="91425" wrap="square" tIns="91425">
            <a:spAutoFit/>
          </a:bodyPr>
          <a:lstStyle/>
          <a:p>
            <a:pPr indent="-361950" lvl="0" marL="457200" rtl="0" algn="l">
              <a:lnSpc>
                <a:spcPct val="150000"/>
              </a:lnSpc>
              <a:spcBef>
                <a:spcPts val="1000"/>
              </a:spcBef>
              <a:spcAft>
                <a:spcPts val="0"/>
              </a:spcAft>
              <a:buClr>
                <a:schemeClr val="dk1"/>
              </a:buClr>
              <a:buSzPts val="2100"/>
              <a:buFont typeface="Noto Sans Symbols"/>
              <a:buChar char="●"/>
            </a:pPr>
            <a:r>
              <a:rPr lang="en-US" sz="2100">
                <a:solidFill>
                  <a:schemeClr val="dk1"/>
                </a:solidFill>
                <a:latin typeface="IBM Plex Sans"/>
                <a:ea typeface="IBM Plex Sans"/>
                <a:cs typeface="IBM Plex Sans"/>
                <a:sym typeface="IBM Plex Sans"/>
              </a:rPr>
              <a:t>Recent national, economic, and political attention has been granted to the cost of groceries its rising prices.</a:t>
            </a:r>
            <a:endParaRPr sz="2100">
              <a:solidFill>
                <a:schemeClr val="dk1"/>
              </a:solidFill>
              <a:latin typeface="IBM Plex Sans"/>
              <a:ea typeface="IBM Plex Sans"/>
              <a:cs typeface="IBM Plex Sans"/>
              <a:sym typeface="IBM Plex Sans"/>
            </a:endParaRPr>
          </a:p>
          <a:p>
            <a:pPr indent="-361950" lvl="1" marL="914400" rtl="0" algn="l">
              <a:lnSpc>
                <a:spcPct val="150000"/>
              </a:lnSpc>
              <a:spcBef>
                <a:spcPts val="0"/>
              </a:spcBef>
              <a:spcAft>
                <a:spcPts val="0"/>
              </a:spcAft>
              <a:buClr>
                <a:schemeClr val="dk1"/>
              </a:buClr>
              <a:buSzPts val="2100"/>
              <a:buFont typeface="IBM Plex Sans"/>
              <a:buChar char="○"/>
            </a:pPr>
            <a:r>
              <a:rPr lang="en-US" sz="2100">
                <a:solidFill>
                  <a:schemeClr val="dk1"/>
                </a:solidFill>
                <a:latin typeface="IBM Plex Sans"/>
                <a:ea typeface="IBM Plex Sans"/>
                <a:cs typeface="IBM Plex Sans"/>
                <a:sym typeface="IBM Plex Sans"/>
              </a:rPr>
              <a:t>It is however open to mounds of misinformation or loss of data due to involvement in the political scene.</a:t>
            </a:r>
            <a:endParaRPr sz="2100">
              <a:solidFill>
                <a:schemeClr val="dk1"/>
              </a:solidFill>
              <a:latin typeface="IBM Plex Sans"/>
              <a:ea typeface="IBM Plex Sans"/>
              <a:cs typeface="IBM Plex Sans"/>
              <a:sym typeface="IBM Plex Sans"/>
            </a:endParaRPr>
          </a:p>
          <a:p>
            <a:pPr indent="-361950" lvl="0" marL="457200" rtl="0" algn="l">
              <a:lnSpc>
                <a:spcPct val="150000"/>
              </a:lnSpc>
              <a:spcBef>
                <a:spcPts val="0"/>
              </a:spcBef>
              <a:spcAft>
                <a:spcPts val="0"/>
              </a:spcAft>
              <a:buClr>
                <a:schemeClr val="dk1"/>
              </a:buClr>
              <a:buSzPts val="2100"/>
              <a:buFont typeface="IBM Plex Sans"/>
              <a:buChar char="●"/>
            </a:pPr>
            <a:r>
              <a:rPr lang="en-US" sz="2100">
                <a:solidFill>
                  <a:schemeClr val="dk1"/>
                </a:solidFill>
                <a:latin typeface="IBM Plex Sans"/>
                <a:ea typeface="IBM Plex Sans"/>
                <a:cs typeface="IBM Plex Sans"/>
                <a:sym typeface="IBM Plex Sans"/>
              </a:rPr>
              <a:t>As many college students may have limited knowledge of the trends of grocery prices, it is important to better parse this information to understand how worried they should be.</a:t>
            </a:r>
            <a:endParaRPr sz="2100">
              <a:solidFill>
                <a:schemeClr val="dk1"/>
              </a:solidFill>
              <a:latin typeface="IBM Plex Sans"/>
              <a:ea typeface="IBM Plex Sans"/>
              <a:cs typeface="IBM Plex Sans"/>
              <a:sym typeface="IBM Plex Sans"/>
            </a:endParaRPr>
          </a:p>
          <a:p>
            <a:pPr indent="-361950" lvl="1" marL="914400" rtl="0" algn="l">
              <a:lnSpc>
                <a:spcPct val="150000"/>
              </a:lnSpc>
              <a:spcBef>
                <a:spcPts val="0"/>
              </a:spcBef>
              <a:spcAft>
                <a:spcPts val="0"/>
              </a:spcAft>
              <a:buClr>
                <a:schemeClr val="dk1"/>
              </a:buClr>
              <a:buSzPts val="2100"/>
              <a:buFont typeface="IBM Plex Sans"/>
              <a:buChar char="○"/>
            </a:pPr>
            <a:r>
              <a:rPr lang="en-US" sz="2100">
                <a:solidFill>
                  <a:schemeClr val="dk1"/>
                </a:solidFill>
                <a:latin typeface="IBM Plex Sans"/>
                <a:ea typeface="IBM Plex Sans"/>
                <a:cs typeface="IBM Plex Sans"/>
                <a:sym typeface="IBM Plex Sans"/>
              </a:rPr>
              <a:t>Dips and bubbles are very common in the economic cycle so understanding irregulatites or unnatural trends of upward or downward data is important.</a:t>
            </a:r>
            <a:endParaRPr sz="2100">
              <a:solidFill>
                <a:schemeClr val="dk1"/>
              </a:solidFill>
              <a:latin typeface="IBM Plex Sans"/>
              <a:ea typeface="IBM Plex Sans"/>
              <a:cs typeface="IBM Plex Sans"/>
              <a:sym typeface="IBM Plex Sans"/>
            </a:endParaRPr>
          </a:p>
        </p:txBody>
      </p:sp>
      <p:sp>
        <p:nvSpPr>
          <p:cNvPr id="156" name="Google Shape;156;p19"/>
          <p:cNvSpPr txBox="1"/>
          <p:nvPr>
            <p:ph idx="12" type="sldNum"/>
          </p:nvPr>
        </p:nvSpPr>
        <p:spPr>
          <a:xfrm>
            <a:off x="11506200" y="6370636"/>
            <a:ext cx="495300" cy="365100"/>
          </a:xfrm>
          <a:prstGeom prst="rect">
            <a:avLst/>
          </a:prstGeom>
        </p:spPr>
        <p:txBody>
          <a:bodyPr anchorCtr="0" anchor="ctr" bIns="45700" lIns="0"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57" name="Google Shape;157;p19"/>
          <p:cNvPicPr preferRelativeResize="0"/>
          <p:nvPr/>
        </p:nvPicPr>
        <p:blipFill>
          <a:blip r:embed="rId3">
            <a:alphaModFix/>
          </a:blip>
          <a:stretch>
            <a:fillRect/>
          </a:stretch>
        </p:blipFill>
        <p:spPr>
          <a:xfrm>
            <a:off x="5756275" y="5461700"/>
            <a:ext cx="6435725" cy="1334875"/>
          </a:xfrm>
          <a:prstGeom prst="rect">
            <a:avLst/>
          </a:prstGeom>
          <a:noFill/>
          <a:ln>
            <a:noFill/>
          </a:ln>
        </p:spPr>
      </p:pic>
      <p:pic>
        <p:nvPicPr>
          <p:cNvPr id="158" name="Google Shape;158;p19"/>
          <p:cNvPicPr preferRelativeResize="0"/>
          <p:nvPr/>
        </p:nvPicPr>
        <p:blipFill>
          <a:blip r:embed="rId4">
            <a:alphaModFix/>
          </a:blip>
          <a:stretch>
            <a:fillRect/>
          </a:stretch>
        </p:blipFill>
        <p:spPr>
          <a:xfrm>
            <a:off x="8086800" y="1831450"/>
            <a:ext cx="4105200" cy="3402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0"/>
          <p:cNvPicPr preferRelativeResize="0"/>
          <p:nvPr/>
        </p:nvPicPr>
        <p:blipFill>
          <a:blip r:embed="rId3">
            <a:alphaModFix amt="35000"/>
          </a:blip>
          <a:stretch>
            <a:fillRect/>
          </a:stretch>
        </p:blipFill>
        <p:spPr>
          <a:xfrm>
            <a:off x="0" y="-25"/>
            <a:ext cx="12192000" cy="6858039"/>
          </a:xfrm>
          <a:prstGeom prst="rect">
            <a:avLst/>
          </a:prstGeom>
          <a:noFill/>
          <a:ln>
            <a:noFill/>
          </a:ln>
        </p:spPr>
      </p:pic>
      <p:sp>
        <p:nvSpPr>
          <p:cNvPr id="164" name="Google Shape;164;p20"/>
          <p:cNvSpPr txBox="1"/>
          <p:nvPr>
            <p:ph idx="10" type="dt"/>
          </p:nvPr>
        </p:nvSpPr>
        <p:spPr>
          <a:xfrm>
            <a:off x="8665369" y="637063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April 4th, 2026</a:t>
            </a:r>
            <a:endParaRPr/>
          </a:p>
        </p:txBody>
      </p:sp>
      <p:sp>
        <p:nvSpPr>
          <p:cNvPr id="165" name="Google Shape;165;p20"/>
          <p:cNvSpPr txBox="1"/>
          <p:nvPr>
            <p:ph idx="12" type="sldNum"/>
          </p:nvPr>
        </p:nvSpPr>
        <p:spPr>
          <a:xfrm>
            <a:off x="11506200" y="6370636"/>
            <a:ext cx="495300" cy="365100"/>
          </a:xfrm>
          <a:prstGeom prst="rect">
            <a:avLst/>
          </a:prstGeom>
          <a:noFill/>
          <a:ln>
            <a:noFill/>
          </a:ln>
        </p:spPr>
        <p:txBody>
          <a:bodyPr anchorCtr="0" anchor="ctr" bIns="45700" lIns="0" spcFirstLastPara="1" rIns="91425" wrap="square" tIns="45700">
            <a:noAutofit/>
          </a:bodyPr>
          <a:lstStyle/>
          <a:p>
            <a:pPr indent="0" lvl="0" marL="0" rtl="0" algn="r">
              <a:spcBef>
                <a:spcPts val="0"/>
              </a:spcBef>
              <a:spcAft>
                <a:spcPts val="0"/>
              </a:spcAft>
              <a:buNone/>
            </a:pPr>
            <a:r>
              <a:rPr lang="en-US"/>
              <a:t>  |    </a:t>
            </a:r>
            <a:fld id="{00000000-1234-1234-1234-123412341234}" type="slidenum">
              <a:rPr lang="en-US"/>
              <a:t>‹#›</a:t>
            </a:fld>
            <a:endParaRPr/>
          </a:p>
        </p:txBody>
      </p:sp>
      <p:sp>
        <p:nvSpPr>
          <p:cNvPr id="166" name="Google Shape;166;p20"/>
          <p:cNvSpPr txBox="1"/>
          <p:nvPr>
            <p:ph type="title"/>
          </p:nvPr>
        </p:nvSpPr>
        <p:spPr>
          <a:xfrm>
            <a:off x="1246800" y="218250"/>
            <a:ext cx="9698400" cy="1219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IBM Plex Sans"/>
              <a:buNone/>
            </a:pPr>
            <a:r>
              <a:rPr lang="en-US"/>
              <a:t>Data Sources (&amp; Justification) </a:t>
            </a:r>
            <a:endParaRPr/>
          </a:p>
        </p:txBody>
      </p:sp>
      <p:sp>
        <p:nvSpPr>
          <p:cNvPr id="167" name="Google Shape;167;p20"/>
          <p:cNvSpPr/>
          <p:nvPr/>
        </p:nvSpPr>
        <p:spPr>
          <a:xfrm>
            <a:off x="213825" y="4443750"/>
            <a:ext cx="3729000" cy="2002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IBM Plex Sans"/>
                <a:ea typeface="IBM Plex Sans"/>
                <a:cs typeface="IBM Plex Sans"/>
                <a:sym typeface="IBM Plex Sans"/>
              </a:rPr>
              <a:t> Moderate-cost_monthly_food_plans</a:t>
            </a:r>
            <a:endParaRPr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From US Department of Agriculture</a:t>
            </a:r>
            <a:endParaRPr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based on food prices, composition data, consumption patterns, etc</a:t>
            </a:r>
            <a:endParaRPr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Contains historical moderate cost monthly food plans</a:t>
            </a:r>
            <a:endParaRPr sz="1600">
              <a:solidFill>
                <a:schemeClr val="dk1"/>
              </a:solidFill>
              <a:latin typeface="IBM Plex Sans"/>
              <a:ea typeface="IBM Plex Sans"/>
              <a:cs typeface="IBM Plex Sans"/>
              <a:sym typeface="IBM Plex Sans"/>
            </a:endParaRPr>
          </a:p>
        </p:txBody>
      </p:sp>
      <p:sp>
        <p:nvSpPr>
          <p:cNvPr id="168" name="Google Shape;168;p20"/>
          <p:cNvSpPr/>
          <p:nvPr/>
        </p:nvSpPr>
        <p:spPr>
          <a:xfrm>
            <a:off x="4188988" y="1437450"/>
            <a:ext cx="4134000" cy="2002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IBM Plex Sans"/>
                <a:ea typeface="IBM Plex Sans"/>
                <a:cs typeface="IBM Plex Sans"/>
                <a:sym typeface="IBM Plex Sans"/>
              </a:rPr>
              <a:t>nominal_expenditures_no_taxes_tips</a:t>
            </a:r>
            <a:endParaRPr b="1"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From US Department of Agriculture</a:t>
            </a:r>
            <a:endParaRPr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Sourced from the federal government so can be considered reasonably reliable</a:t>
            </a:r>
            <a:endParaRPr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Contains food </a:t>
            </a:r>
            <a:r>
              <a:rPr lang="en-US" sz="1600">
                <a:solidFill>
                  <a:schemeClr val="dk1"/>
                </a:solidFill>
                <a:latin typeface="IBM Plex Sans"/>
                <a:ea typeface="IBM Plex Sans"/>
                <a:cs typeface="IBM Plex Sans"/>
                <a:sym typeface="IBM Plex Sans"/>
              </a:rPr>
              <a:t>purchasing</a:t>
            </a:r>
            <a:r>
              <a:rPr lang="en-US" sz="1600">
                <a:solidFill>
                  <a:schemeClr val="dk1"/>
                </a:solidFill>
                <a:latin typeface="IBM Plex Sans"/>
                <a:ea typeface="IBM Plex Sans"/>
                <a:cs typeface="IBM Plex Sans"/>
                <a:sym typeface="IBM Plex Sans"/>
              </a:rPr>
              <a:t> information for ~30 years</a:t>
            </a:r>
            <a:endParaRPr sz="1600">
              <a:solidFill>
                <a:schemeClr val="dk1"/>
              </a:solidFill>
              <a:latin typeface="IBM Plex Sans"/>
              <a:ea typeface="IBM Plex Sans"/>
              <a:cs typeface="IBM Plex Sans"/>
              <a:sym typeface="IBM Plex Sans"/>
            </a:endParaRPr>
          </a:p>
        </p:txBody>
      </p:sp>
      <p:sp>
        <p:nvSpPr>
          <p:cNvPr id="169" name="Google Shape;169;p20"/>
          <p:cNvSpPr/>
          <p:nvPr/>
        </p:nvSpPr>
        <p:spPr>
          <a:xfrm>
            <a:off x="8463975" y="1371600"/>
            <a:ext cx="3537600" cy="2002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IBM Plex Sans"/>
                <a:ea typeface="IBM Plex Sans"/>
                <a:cs typeface="IBM Plex Sans"/>
                <a:sym typeface="IBM Plex Sans"/>
              </a:rPr>
              <a:t>Median_hourly_private_employees</a:t>
            </a:r>
            <a:endParaRPr b="1"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From US Bureau of Labor </a:t>
            </a:r>
            <a:r>
              <a:rPr lang="en-US" sz="1600">
                <a:solidFill>
                  <a:schemeClr val="dk1"/>
                </a:solidFill>
                <a:latin typeface="IBM Plex Sans"/>
                <a:ea typeface="IBM Plex Sans"/>
                <a:cs typeface="IBM Plex Sans"/>
                <a:sym typeface="IBM Plex Sans"/>
              </a:rPr>
              <a:t>Statistics</a:t>
            </a:r>
            <a:r>
              <a:rPr lang="en-US" sz="1600">
                <a:solidFill>
                  <a:schemeClr val="dk1"/>
                </a:solidFill>
                <a:latin typeface="IBM Plex Sans"/>
                <a:ea typeface="IBM Plex Sans"/>
                <a:cs typeface="IBM Plex Sans"/>
                <a:sym typeface="IBM Plex Sans"/>
              </a:rPr>
              <a:t>, retrieved from FRED</a:t>
            </a:r>
            <a:endParaRPr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Contains average hourly earning of private employees on gross basis</a:t>
            </a:r>
            <a:endParaRPr sz="1600">
              <a:solidFill>
                <a:schemeClr val="dk1"/>
              </a:solidFill>
              <a:latin typeface="IBM Plex Sans"/>
              <a:ea typeface="IBM Plex Sans"/>
              <a:cs typeface="IBM Plex Sans"/>
              <a:sym typeface="IBM Plex Sans"/>
            </a:endParaRPr>
          </a:p>
        </p:txBody>
      </p:sp>
      <p:sp>
        <p:nvSpPr>
          <p:cNvPr id="170" name="Google Shape;170;p20"/>
          <p:cNvSpPr/>
          <p:nvPr/>
        </p:nvSpPr>
        <p:spPr>
          <a:xfrm>
            <a:off x="8463975" y="4509225"/>
            <a:ext cx="3537600" cy="2002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IBM Plex Sans"/>
                <a:ea typeface="IBM Plex Sans"/>
                <a:cs typeface="IBM Plex Sans"/>
                <a:sym typeface="IBM Plex Sans"/>
              </a:rPr>
              <a:t>USDA FOOD ATLAS</a:t>
            </a:r>
            <a:endParaRPr>
              <a:solidFill>
                <a:schemeClr val="dk1"/>
              </a:solidFill>
              <a:latin typeface="IBM Plex Sans"/>
              <a:ea typeface="IBM Plex Sans"/>
              <a:cs typeface="IBM Plex Sans"/>
              <a:sym typeface="IBM Plex Sans"/>
            </a:endParaRPr>
          </a:p>
          <a:p>
            <a:pPr indent="0" lvl="0" marL="0" rtl="0" algn="ctr">
              <a:spcBef>
                <a:spcPts val="0"/>
              </a:spcBef>
              <a:spcAft>
                <a:spcPts val="0"/>
              </a:spcAft>
              <a:buSzPts val="1100"/>
              <a:buNone/>
            </a:pPr>
            <a:r>
              <a:rPr lang="en-US">
                <a:solidFill>
                  <a:schemeClr val="dk1"/>
                </a:solidFill>
                <a:latin typeface="IBM Plex Sans"/>
                <a:ea typeface="IBM Plex Sans"/>
                <a:cs typeface="IBM Plex Sans"/>
                <a:sym typeface="IBM Plex Sans"/>
              </a:rPr>
              <a:t>-From the US Department of Agriculture Economic Research Service Sourced </a:t>
            </a:r>
            <a:endParaRPr>
              <a:solidFill>
                <a:schemeClr val="dk1"/>
              </a:solidFill>
              <a:latin typeface="IBM Plex Sans"/>
              <a:ea typeface="IBM Plex Sans"/>
              <a:cs typeface="IBM Plex Sans"/>
              <a:sym typeface="IBM Plex Sans"/>
            </a:endParaRPr>
          </a:p>
          <a:p>
            <a:pPr indent="0" lvl="0" marL="0" rtl="0" algn="ctr">
              <a:spcBef>
                <a:spcPts val="0"/>
              </a:spcBef>
              <a:spcAft>
                <a:spcPts val="0"/>
              </a:spcAft>
              <a:buClr>
                <a:schemeClr val="dk1"/>
              </a:buClr>
              <a:buSzPts val="1100"/>
              <a:buFont typeface="Arial"/>
              <a:buNone/>
            </a:pPr>
            <a:r>
              <a:rPr lang="en-US">
                <a:solidFill>
                  <a:schemeClr val="dk1"/>
                </a:solidFill>
                <a:latin typeface="IBM Plex Sans"/>
                <a:ea typeface="IBM Plex Sans"/>
                <a:cs typeface="IBM Plex Sans"/>
                <a:sym typeface="IBM Plex Sans"/>
              </a:rPr>
              <a:t>-Represents county-level food environment data across all 3,143 US counties, covering prices, access, health, and food insecurity from 2008 to 2016</a:t>
            </a:r>
            <a:endParaRPr>
              <a:solidFill>
                <a:schemeClr val="dk1"/>
              </a:solidFill>
              <a:latin typeface="IBM Plex Sans"/>
              <a:ea typeface="IBM Plex Sans"/>
              <a:cs typeface="IBM Plex Sans"/>
              <a:sym typeface="IBM Plex Sans"/>
            </a:endParaRPr>
          </a:p>
          <a:p>
            <a:pPr indent="0" lvl="0" marL="0" marR="0" rtl="0" algn="ctr">
              <a:spcBef>
                <a:spcPts val="0"/>
              </a:spcBef>
              <a:spcAft>
                <a:spcPts val="0"/>
              </a:spcAft>
              <a:buNone/>
            </a:pPr>
            <a:r>
              <a:t/>
            </a:r>
            <a:endParaRPr sz="1600">
              <a:solidFill>
                <a:schemeClr val="dk1"/>
              </a:solidFill>
              <a:latin typeface="IBM Plex Sans"/>
              <a:ea typeface="IBM Plex Sans"/>
              <a:cs typeface="IBM Plex Sans"/>
              <a:sym typeface="IBM Plex Sans"/>
            </a:endParaRPr>
          </a:p>
          <a:p>
            <a:pPr indent="0" lvl="0" marL="457200" marR="0" rtl="0" algn="l">
              <a:spcBef>
                <a:spcPts val="0"/>
              </a:spcBef>
              <a:spcAft>
                <a:spcPts val="0"/>
              </a:spcAft>
              <a:buNone/>
            </a:pPr>
            <a:r>
              <a:t/>
            </a:r>
            <a:endParaRPr sz="1600">
              <a:solidFill>
                <a:schemeClr val="dk1"/>
              </a:solidFill>
              <a:latin typeface="IBM Plex Sans"/>
              <a:ea typeface="IBM Plex Sans"/>
              <a:cs typeface="IBM Plex Sans"/>
              <a:sym typeface="IBM Plex Sans"/>
            </a:endParaRPr>
          </a:p>
        </p:txBody>
      </p:sp>
      <p:sp>
        <p:nvSpPr>
          <p:cNvPr id="171" name="Google Shape;171;p20"/>
          <p:cNvSpPr/>
          <p:nvPr/>
        </p:nvSpPr>
        <p:spPr>
          <a:xfrm>
            <a:off x="213825" y="1371600"/>
            <a:ext cx="3729000" cy="2002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IBM Plex Sans"/>
                <a:ea typeface="IBM Plex Sans"/>
                <a:cs typeface="IBM Plex Sans"/>
                <a:sym typeface="IBM Plex Sans"/>
              </a:rPr>
              <a:t>CPI_food_at_home</a:t>
            </a:r>
            <a:endParaRPr b="1"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From US Department of </a:t>
            </a:r>
            <a:r>
              <a:rPr lang="en-US" sz="1600">
                <a:solidFill>
                  <a:schemeClr val="dk1"/>
                </a:solidFill>
                <a:latin typeface="IBM Plex Sans"/>
                <a:ea typeface="IBM Plex Sans"/>
                <a:cs typeface="IBM Plex Sans"/>
                <a:sym typeface="IBM Plex Sans"/>
              </a:rPr>
              <a:t>Agriculture</a:t>
            </a:r>
            <a:endParaRPr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Sourced from federal government</a:t>
            </a:r>
            <a:endParaRPr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Contains Annual % changes in food CPI indexes from 1974-2024</a:t>
            </a:r>
            <a:endParaRPr sz="1600">
              <a:solidFill>
                <a:schemeClr val="dk1"/>
              </a:solidFill>
              <a:latin typeface="IBM Plex Sans"/>
              <a:ea typeface="IBM Plex Sans"/>
              <a:cs typeface="IBM Plex Sans"/>
              <a:sym typeface="IBM Plex Sans"/>
            </a:endParaRPr>
          </a:p>
        </p:txBody>
      </p:sp>
      <p:sp>
        <p:nvSpPr>
          <p:cNvPr id="172" name="Google Shape;172;p20"/>
          <p:cNvSpPr/>
          <p:nvPr/>
        </p:nvSpPr>
        <p:spPr>
          <a:xfrm>
            <a:off x="4189000" y="4443750"/>
            <a:ext cx="4134000" cy="2002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IBM Plex Sans"/>
                <a:ea typeface="IBM Plex Sans"/>
                <a:cs typeface="IBM Plex Sans"/>
                <a:sym typeface="IBM Plex Sans"/>
              </a:rPr>
              <a:t>USDA_monthly_food_plan (FMAP)</a:t>
            </a:r>
            <a:endParaRPr b="1"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From US Department of Agriculture</a:t>
            </a:r>
            <a:endParaRPr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Sourced from federal government</a:t>
            </a:r>
            <a:endParaRPr sz="1600">
              <a:solidFill>
                <a:schemeClr val="dk1"/>
              </a:solidFill>
              <a:latin typeface="IBM Plex Sans"/>
              <a:ea typeface="IBM Plex Sans"/>
              <a:cs typeface="IBM Plex Sans"/>
              <a:sym typeface="IBM Plex Sans"/>
            </a:endParaRPr>
          </a:p>
          <a:p>
            <a:pPr indent="-330200" lvl="0" marL="457200" marR="0" rtl="0" algn="ctr">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Represent moderate, </a:t>
            </a:r>
            <a:r>
              <a:rPr lang="en-US" sz="1600">
                <a:solidFill>
                  <a:schemeClr val="dk1"/>
                </a:solidFill>
                <a:latin typeface="IBM Plex Sans"/>
                <a:ea typeface="IBM Plex Sans"/>
                <a:cs typeface="IBM Plex Sans"/>
                <a:sym typeface="IBM Plex Sans"/>
              </a:rPr>
              <a:t>nutritious diets, that are prepared at home, with varying sizes of families</a:t>
            </a:r>
            <a:endParaRPr sz="1600">
              <a:solidFill>
                <a:schemeClr val="dk1"/>
              </a:solidFill>
              <a:latin typeface="IBM Plex Sans"/>
              <a:ea typeface="IBM Plex Sans"/>
              <a:cs typeface="IBM Plex Sans"/>
              <a:sym typeface="IBM Plex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ph type="title"/>
          </p:nvPr>
        </p:nvSpPr>
        <p:spPr>
          <a:xfrm>
            <a:off x="166213" y="0"/>
            <a:ext cx="11859600" cy="773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Raw Data Example &amp; Analysis</a:t>
            </a:r>
            <a:endParaRPr/>
          </a:p>
        </p:txBody>
      </p:sp>
      <p:sp>
        <p:nvSpPr>
          <p:cNvPr id="179" name="Google Shape;179;p21"/>
          <p:cNvSpPr txBox="1"/>
          <p:nvPr>
            <p:ph idx="12" type="sldNum"/>
          </p:nvPr>
        </p:nvSpPr>
        <p:spPr>
          <a:xfrm>
            <a:off x="11506200" y="6370636"/>
            <a:ext cx="495300" cy="365100"/>
          </a:xfrm>
          <a:prstGeom prst="rect">
            <a:avLst/>
          </a:prstGeom>
        </p:spPr>
        <p:txBody>
          <a:bodyPr anchorCtr="0" anchor="ctr" bIns="45700" lIns="0"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graphicFrame>
        <p:nvGraphicFramePr>
          <p:cNvPr id="180" name="Google Shape;180;p21"/>
          <p:cNvGraphicFramePr/>
          <p:nvPr/>
        </p:nvGraphicFramePr>
        <p:xfrm>
          <a:off x="342900" y="726663"/>
          <a:ext cx="3000000" cy="3000000"/>
        </p:xfrm>
        <a:graphic>
          <a:graphicData uri="http://schemas.openxmlformats.org/drawingml/2006/table">
            <a:tbl>
              <a:tblPr>
                <a:noFill/>
                <a:tableStyleId>{5A7A1656-48A9-4E8E-94E9-461E2F8EAA66}</a:tableStyleId>
              </a:tblPr>
              <a:tblGrid>
                <a:gridCol w="930275"/>
                <a:gridCol w="1372125"/>
                <a:gridCol w="1710275"/>
                <a:gridCol w="2418425"/>
                <a:gridCol w="2359950"/>
                <a:gridCol w="2715125"/>
              </a:tblGrid>
              <a:tr h="669175">
                <a:tc>
                  <a:txBody>
                    <a:bodyPr/>
                    <a:lstStyle/>
                    <a:p>
                      <a:pPr indent="0" lvl="0" marL="0" rtl="0" algn="l">
                        <a:spcBef>
                          <a:spcPts val="0"/>
                        </a:spcBef>
                        <a:spcAft>
                          <a:spcPts val="0"/>
                        </a:spcAft>
                        <a:buNone/>
                      </a:pPr>
                      <a:r>
                        <a:rPr lang="en-US"/>
                        <a:t>Year</a:t>
                      </a:r>
                      <a:endParaRPr/>
                    </a:p>
                  </a:txBody>
                  <a:tcPr marT="91425" marB="91425" marR="91425" marL="91425"/>
                </a:tc>
                <a:tc>
                  <a:txBody>
                    <a:bodyPr/>
                    <a:lstStyle/>
                    <a:p>
                      <a:pPr indent="0" lvl="0" marL="0" rtl="0" algn="l">
                        <a:spcBef>
                          <a:spcPts val="0"/>
                        </a:spcBef>
                        <a:spcAft>
                          <a:spcPts val="0"/>
                        </a:spcAft>
                        <a:buNone/>
                      </a:pPr>
                      <a:r>
                        <a:rPr lang="en-US"/>
                        <a:t>Food sales at grocery stores </a:t>
                      </a:r>
                      <a:endParaRPr/>
                    </a:p>
                  </a:txBody>
                  <a:tcPr marT="91425" marB="91425" marR="91425" marL="91425"/>
                </a:tc>
                <a:tc>
                  <a:txBody>
                    <a:bodyPr/>
                    <a:lstStyle/>
                    <a:p>
                      <a:pPr indent="0" lvl="0" marL="0" rtl="0" algn="l">
                        <a:spcBef>
                          <a:spcPts val="0"/>
                        </a:spcBef>
                        <a:spcAft>
                          <a:spcPts val="0"/>
                        </a:spcAft>
                        <a:buNone/>
                      </a:pPr>
                      <a:r>
                        <a:rPr lang="en-US"/>
                        <a:t>Total food-at-home expenditures</a:t>
                      </a:r>
                      <a:endParaRPr/>
                    </a:p>
                  </a:txBody>
                  <a:tcPr marT="91425" marB="91425" marR="91425" marL="91425"/>
                </a:tc>
                <a:tc>
                  <a:txBody>
                    <a:bodyPr/>
                    <a:lstStyle/>
                    <a:p>
                      <a:pPr indent="0" lvl="0" marL="0" rtl="0" algn="l">
                        <a:spcBef>
                          <a:spcPts val="0"/>
                        </a:spcBef>
                        <a:spcAft>
                          <a:spcPts val="0"/>
                        </a:spcAft>
                        <a:buNone/>
                      </a:pPr>
                      <a:r>
                        <a:rPr lang="en-US"/>
                        <a:t>Total food-away-from-home expenditures</a:t>
                      </a:r>
                      <a:endParaRPr/>
                    </a:p>
                  </a:txBody>
                  <a:tcPr marT="91425" marB="91425" marR="91425" marL="91425"/>
                </a:tc>
                <a:tc>
                  <a:txBody>
                    <a:bodyPr/>
                    <a:lstStyle/>
                    <a:p>
                      <a:pPr indent="0" lvl="0" marL="0" rtl="0" algn="l">
                        <a:spcBef>
                          <a:spcPts val="0"/>
                        </a:spcBef>
                        <a:spcAft>
                          <a:spcPts val="0"/>
                        </a:spcAft>
                        <a:buNone/>
                      </a:pPr>
                      <a:r>
                        <a:rPr lang="en-US"/>
                        <a:t>Total alcohol-at-home sales</a:t>
                      </a:r>
                      <a:endParaRPr/>
                    </a:p>
                  </a:txBody>
                  <a:tcPr marT="91425" marB="91425" marR="91425" marL="91425"/>
                </a:tc>
                <a:tc>
                  <a:txBody>
                    <a:bodyPr/>
                    <a:lstStyle/>
                    <a:p>
                      <a:pPr indent="0" lvl="0" marL="0" rtl="0" algn="l">
                        <a:spcBef>
                          <a:spcPts val="0"/>
                        </a:spcBef>
                        <a:spcAft>
                          <a:spcPts val="0"/>
                        </a:spcAft>
                        <a:buNone/>
                      </a:pPr>
                      <a:r>
                        <a:rPr lang="en-US"/>
                        <a:t>Total alcohol-away-from-home sales </a:t>
                      </a:r>
                      <a:endParaRPr/>
                    </a:p>
                  </a:txBody>
                  <a:tcPr marT="91425" marB="91425" marR="91425" marL="91425"/>
                </a:tc>
              </a:tr>
              <a:tr h="355000">
                <a:tc>
                  <a:txBody>
                    <a:bodyPr/>
                    <a:lstStyle/>
                    <a:p>
                      <a:pPr indent="0" lvl="0" marL="0" rtl="0" algn="r">
                        <a:lnSpc>
                          <a:spcPct val="115000"/>
                        </a:lnSpc>
                        <a:spcBef>
                          <a:spcPts val="0"/>
                        </a:spcBef>
                        <a:spcAft>
                          <a:spcPts val="0"/>
                        </a:spcAft>
                        <a:buNone/>
                      </a:pPr>
                      <a:r>
                        <a:rPr lang="en-US"/>
                        <a:t>1997</a:t>
                      </a:r>
                      <a:endParaRPr/>
                    </a:p>
                  </a:txBody>
                  <a:tcPr marT="91425" marB="91425" marR="91425" marL="91425"/>
                </a:tc>
                <a:tc>
                  <a:txBody>
                    <a:bodyPr/>
                    <a:lstStyle/>
                    <a:p>
                      <a:pPr indent="0" lvl="0" marL="0" rtl="0" algn="r">
                        <a:lnSpc>
                          <a:spcPct val="115000"/>
                        </a:lnSpc>
                        <a:spcBef>
                          <a:spcPts val="0"/>
                        </a:spcBef>
                        <a:spcAft>
                          <a:spcPts val="0"/>
                        </a:spcAft>
                        <a:buNone/>
                      </a:pPr>
                      <a:r>
                        <a:rPr lang="en-US"/>
                        <a:t>263,215.10</a:t>
                      </a:r>
                      <a:endParaRPr/>
                    </a:p>
                  </a:txBody>
                  <a:tcPr marT="91425" marB="91425" marR="91425" marL="91425"/>
                </a:tc>
                <a:tc>
                  <a:txBody>
                    <a:bodyPr/>
                    <a:lstStyle/>
                    <a:p>
                      <a:pPr indent="0" lvl="0" marL="0" rtl="0" algn="r">
                        <a:lnSpc>
                          <a:spcPct val="115000"/>
                        </a:lnSpc>
                        <a:spcBef>
                          <a:spcPts val="0"/>
                        </a:spcBef>
                        <a:spcAft>
                          <a:spcPts val="0"/>
                        </a:spcAft>
                        <a:buNone/>
                      </a:pPr>
                      <a:r>
                        <a:rPr lang="en-US"/>
                        <a:t>355,583.16</a:t>
                      </a:r>
                      <a:endParaRPr/>
                    </a:p>
                  </a:txBody>
                  <a:tcPr marT="91425" marB="91425" marR="91425" marL="91425"/>
                </a:tc>
                <a:tc>
                  <a:txBody>
                    <a:bodyPr/>
                    <a:lstStyle/>
                    <a:p>
                      <a:pPr indent="0" lvl="0" marL="0" rtl="0" algn="r">
                        <a:lnSpc>
                          <a:spcPct val="115000"/>
                        </a:lnSpc>
                        <a:spcBef>
                          <a:spcPts val="0"/>
                        </a:spcBef>
                        <a:spcAft>
                          <a:spcPts val="0"/>
                        </a:spcAft>
                        <a:buNone/>
                      </a:pPr>
                      <a:r>
                        <a:rPr lang="en-US"/>
                        <a:t>303,119.44</a:t>
                      </a:r>
                      <a:endParaRPr/>
                    </a:p>
                  </a:txBody>
                  <a:tcPr marT="91425" marB="91425" marR="91425" marL="91425"/>
                </a:tc>
                <a:tc>
                  <a:txBody>
                    <a:bodyPr/>
                    <a:lstStyle/>
                    <a:p>
                      <a:pPr indent="0" lvl="0" marL="0" rtl="0" algn="r">
                        <a:lnSpc>
                          <a:spcPct val="115000"/>
                        </a:lnSpc>
                        <a:spcBef>
                          <a:spcPts val="0"/>
                        </a:spcBef>
                        <a:spcAft>
                          <a:spcPts val="0"/>
                        </a:spcAft>
                        <a:buNone/>
                      </a:pPr>
                      <a:r>
                        <a:rPr lang="en-US"/>
                        <a:t>47,911.67</a:t>
                      </a:r>
                      <a:endParaRPr/>
                    </a:p>
                  </a:txBody>
                  <a:tcPr marT="91425" marB="91425" marR="91425" marL="91425"/>
                </a:tc>
                <a:tc>
                  <a:txBody>
                    <a:bodyPr/>
                    <a:lstStyle/>
                    <a:p>
                      <a:pPr indent="0" lvl="0" marL="0" rtl="0" algn="r">
                        <a:lnSpc>
                          <a:spcPct val="115000"/>
                        </a:lnSpc>
                        <a:spcBef>
                          <a:spcPts val="0"/>
                        </a:spcBef>
                        <a:spcAft>
                          <a:spcPts val="0"/>
                        </a:spcAft>
                        <a:buNone/>
                      </a:pPr>
                      <a:r>
                        <a:rPr lang="en-US"/>
                        <a:t>34,763.56</a:t>
                      </a:r>
                      <a:endParaRPr/>
                    </a:p>
                  </a:txBody>
                  <a:tcPr marT="91425" marB="91425" marR="91425" marL="91425"/>
                </a:tc>
              </a:tr>
              <a:tr h="355000">
                <a:tc>
                  <a:txBody>
                    <a:bodyPr/>
                    <a:lstStyle/>
                    <a:p>
                      <a:pPr indent="0" lvl="0" marL="0" rtl="0" algn="r">
                        <a:lnSpc>
                          <a:spcPct val="115000"/>
                        </a:lnSpc>
                        <a:spcBef>
                          <a:spcPts val="0"/>
                        </a:spcBef>
                        <a:spcAft>
                          <a:spcPts val="0"/>
                        </a:spcAft>
                        <a:buNone/>
                      </a:pPr>
                      <a:r>
                        <a:rPr lang="en-US"/>
                        <a:t>1998</a:t>
                      </a:r>
                      <a:endParaRPr/>
                    </a:p>
                  </a:txBody>
                  <a:tcPr marT="91425" marB="91425" marR="91425" marL="91425"/>
                </a:tc>
                <a:tc>
                  <a:txBody>
                    <a:bodyPr/>
                    <a:lstStyle/>
                    <a:p>
                      <a:pPr indent="0" lvl="0" marL="0" rtl="0" algn="r">
                        <a:lnSpc>
                          <a:spcPct val="115000"/>
                        </a:lnSpc>
                        <a:spcBef>
                          <a:spcPts val="0"/>
                        </a:spcBef>
                        <a:spcAft>
                          <a:spcPts val="0"/>
                        </a:spcAft>
                        <a:buNone/>
                      </a:pPr>
                      <a:r>
                        <a:rPr lang="en-US"/>
                        <a:t>266,097.60</a:t>
                      </a:r>
                      <a:endParaRPr/>
                    </a:p>
                  </a:txBody>
                  <a:tcPr marT="91425" marB="91425" marR="91425" marL="91425"/>
                </a:tc>
                <a:tc>
                  <a:txBody>
                    <a:bodyPr/>
                    <a:lstStyle/>
                    <a:p>
                      <a:pPr indent="0" lvl="0" marL="0" rtl="0" algn="r">
                        <a:lnSpc>
                          <a:spcPct val="115000"/>
                        </a:lnSpc>
                        <a:spcBef>
                          <a:spcPts val="0"/>
                        </a:spcBef>
                        <a:spcAft>
                          <a:spcPts val="0"/>
                        </a:spcAft>
                        <a:buNone/>
                      </a:pPr>
                      <a:r>
                        <a:rPr lang="en-US"/>
                        <a:t>363,860.59</a:t>
                      </a:r>
                      <a:endParaRPr/>
                    </a:p>
                  </a:txBody>
                  <a:tcPr marT="91425" marB="91425" marR="91425" marL="91425"/>
                </a:tc>
                <a:tc>
                  <a:txBody>
                    <a:bodyPr/>
                    <a:lstStyle/>
                    <a:p>
                      <a:pPr indent="0" lvl="0" marL="0" rtl="0" algn="r">
                        <a:lnSpc>
                          <a:spcPct val="115000"/>
                        </a:lnSpc>
                        <a:spcBef>
                          <a:spcPts val="0"/>
                        </a:spcBef>
                        <a:spcAft>
                          <a:spcPts val="0"/>
                        </a:spcAft>
                        <a:buNone/>
                      </a:pPr>
                      <a:r>
                        <a:rPr lang="en-US"/>
                        <a:t>319,008.53</a:t>
                      </a:r>
                      <a:endParaRPr/>
                    </a:p>
                  </a:txBody>
                  <a:tcPr marT="91425" marB="91425" marR="91425" marL="91425"/>
                </a:tc>
                <a:tc>
                  <a:txBody>
                    <a:bodyPr/>
                    <a:lstStyle/>
                    <a:p>
                      <a:pPr indent="0" lvl="0" marL="0" rtl="0" algn="r">
                        <a:lnSpc>
                          <a:spcPct val="115000"/>
                        </a:lnSpc>
                        <a:spcBef>
                          <a:spcPts val="0"/>
                        </a:spcBef>
                        <a:spcAft>
                          <a:spcPts val="0"/>
                        </a:spcAft>
                        <a:buNone/>
                      </a:pPr>
                      <a:r>
                        <a:rPr lang="en-US"/>
                        <a:t>49,461.40</a:t>
                      </a:r>
                      <a:endParaRPr/>
                    </a:p>
                  </a:txBody>
                  <a:tcPr marT="91425" marB="91425" marR="91425" marL="91425"/>
                </a:tc>
                <a:tc>
                  <a:txBody>
                    <a:bodyPr/>
                    <a:lstStyle/>
                    <a:p>
                      <a:pPr indent="0" lvl="0" marL="0" rtl="0" algn="r">
                        <a:lnSpc>
                          <a:spcPct val="115000"/>
                        </a:lnSpc>
                        <a:spcBef>
                          <a:spcPts val="0"/>
                        </a:spcBef>
                        <a:spcAft>
                          <a:spcPts val="0"/>
                        </a:spcAft>
                        <a:buNone/>
                      </a:pPr>
                      <a:r>
                        <a:rPr lang="en-US"/>
                        <a:t>37,301.27</a:t>
                      </a:r>
                      <a:endParaRPr/>
                    </a:p>
                  </a:txBody>
                  <a:tcPr marT="91425" marB="91425" marR="91425" marL="91425"/>
                </a:tc>
              </a:tr>
              <a:tr h="355000">
                <a:tc>
                  <a:txBody>
                    <a:bodyPr/>
                    <a:lstStyle/>
                    <a:p>
                      <a:pPr indent="0" lvl="0" marL="0" rtl="0" algn="r">
                        <a:lnSpc>
                          <a:spcPct val="115000"/>
                        </a:lnSpc>
                        <a:spcBef>
                          <a:spcPts val="0"/>
                        </a:spcBef>
                        <a:spcAft>
                          <a:spcPts val="0"/>
                        </a:spcAft>
                        <a:buNone/>
                      </a:pPr>
                      <a:r>
                        <a:rPr lang="en-US"/>
                        <a:t>2016</a:t>
                      </a:r>
                      <a:endParaRPr/>
                    </a:p>
                  </a:txBody>
                  <a:tcPr marT="91425" marB="91425" marR="91425" marL="91425"/>
                </a:tc>
                <a:tc>
                  <a:txBody>
                    <a:bodyPr/>
                    <a:lstStyle/>
                    <a:p>
                      <a:pPr indent="0" lvl="0" marL="0" rtl="0" algn="r">
                        <a:lnSpc>
                          <a:spcPct val="115000"/>
                        </a:lnSpc>
                        <a:spcBef>
                          <a:spcPts val="0"/>
                        </a:spcBef>
                        <a:spcAft>
                          <a:spcPts val="0"/>
                        </a:spcAft>
                        <a:buNone/>
                      </a:pPr>
                      <a:r>
                        <a:rPr lang="en-US"/>
                        <a:t>406,567.80</a:t>
                      </a:r>
                      <a:endParaRPr/>
                    </a:p>
                  </a:txBody>
                  <a:tcPr marT="91425" marB="91425" marR="91425" marL="91425"/>
                </a:tc>
                <a:tc>
                  <a:txBody>
                    <a:bodyPr/>
                    <a:lstStyle/>
                    <a:p>
                      <a:pPr indent="0" lvl="0" marL="0" rtl="0" algn="r">
                        <a:lnSpc>
                          <a:spcPct val="115000"/>
                        </a:lnSpc>
                        <a:spcBef>
                          <a:spcPts val="0"/>
                        </a:spcBef>
                        <a:spcAft>
                          <a:spcPts val="0"/>
                        </a:spcAft>
                        <a:buNone/>
                      </a:pPr>
                      <a:r>
                        <a:rPr lang="en-US"/>
                        <a:t>734,842.52</a:t>
                      </a:r>
                      <a:endParaRPr/>
                    </a:p>
                  </a:txBody>
                  <a:tcPr marT="91425" marB="91425" marR="91425" marL="91425"/>
                </a:tc>
                <a:tc>
                  <a:txBody>
                    <a:bodyPr/>
                    <a:lstStyle/>
                    <a:p>
                      <a:pPr indent="0" lvl="0" marL="0" rtl="0" algn="r">
                        <a:lnSpc>
                          <a:spcPct val="115000"/>
                        </a:lnSpc>
                        <a:spcBef>
                          <a:spcPts val="0"/>
                        </a:spcBef>
                        <a:spcAft>
                          <a:spcPts val="0"/>
                        </a:spcAft>
                        <a:buNone/>
                      </a:pPr>
                      <a:r>
                        <a:rPr lang="en-US"/>
                        <a:t>810,380.20</a:t>
                      </a:r>
                      <a:endParaRPr/>
                    </a:p>
                  </a:txBody>
                  <a:tcPr marT="91425" marB="91425" marR="91425" marL="91425"/>
                </a:tc>
                <a:tc>
                  <a:txBody>
                    <a:bodyPr/>
                    <a:lstStyle/>
                    <a:p>
                      <a:pPr indent="0" lvl="0" marL="0" rtl="0" algn="r">
                        <a:lnSpc>
                          <a:spcPct val="115000"/>
                        </a:lnSpc>
                        <a:spcBef>
                          <a:spcPts val="0"/>
                        </a:spcBef>
                        <a:spcAft>
                          <a:spcPts val="0"/>
                        </a:spcAft>
                        <a:buNone/>
                      </a:pPr>
                      <a:r>
                        <a:rPr lang="en-US"/>
                        <a:t>100,430.47</a:t>
                      </a:r>
                      <a:endParaRPr/>
                    </a:p>
                  </a:txBody>
                  <a:tcPr marT="91425" marB="91425" marR="91425" marL="91425"/>
                </a:tc>
                <a:tc>
                  <a:txBody>
                    <a:bodyPr/>
                    <a:lstStyle/>
                    <a:p>
                      <a:pPr indent="0" lvl="0" marL="0" rtl="0" algn="r">
                        <a:lnSpc>
                          <a:spcPct val="115000"/>
                        </a:lnSpc>
                        <a:spcBef>
                          <a:spcPts val="0"/>
                        </a:spcBef>
                        <a:spcAft>
                          <a:spcPts val="0"/>
                        </a:spcAft>
                        <a:buNone/>
                      </a:pPr>
                      <a:r>
                        <a:rPr lang="en-US"/>
                        <a:t>84,123.12</a:t>
                      </a:r>
                      <a:endParaRPr/>
                    </a:p>
                  </a:txBody>
                  <a:tcPr marT="91425" marB="91425" marR="91425" marL="91425"/>
                </a:tc>
              </a:tr>
              <a:tr h="221850">
                <a:tc>
                  <a:txBody>
                    <a:bodyPr/>
                    <a:lstStyle/>
                    <a:p>
                      <a:pPr indent="0" lvl="0" marL="0" rtl="0" algn="r">
                        <a:lnSpc>
                          <a:spcPct val="115000"/>
                        </a:lnSpc>
                        <a:spcBef>
                          <a:spcPts val="0"/>
                        </a:spcBef>
                        <a:spcAft>
                          <a:spcPts val="0"/>
                        </a:spcAft>
                        <a:buNone/>
                      </a:pPr>
                      <a:r>
                        <a:rPr lang="en-US"/>
                        <a:t>2017</a:t>
                      </a:r>
                      <a:endParaRPr/>
                    </a:p>
                  </a:txBody>
                  <a:tcPr marT="91425" marB="91425" marR="91425" marL="91425"/>
                </a:tc>
                <a:tc>
                  <a:txBody>
                    <a:bodyPr/>
                    <a:lstStyle/>
                    <a:p>
                      <a:pPr indent="0" lvl="0" marL="0" rtl="0" algn="r">
                        <a:lnSpc>
                          <a:spcPct val="115000"/>
                        </a:lnSpc>
                        <a:spcBef>
                          <a:spcPts val="0"/>
                        </a:spcBef>
                        <a:spcAft>
                          <a:spcPts val="0"/>
                        </a:spcAft>
                        <a:buNone/>
                      </a:pPr>
                      <a:r>
                        <a:rPr lang="en-US"/>
                        <a:t>419,534.90</a:t>
                      </a:r>
                      <a:endParaRPr/>
                    </a:p>
                  </a:txBody>
                  <a:tcPr marT="91425" marB="91425" marR="91425" marL="91425"/>
                </a:tc>
                <a:tc>
                  <a:txBody>
                    <a:bodyPr/>
                    <a:lstStyle/>
                    <a:p>
                      <a:pPr indent="0" lvl="0" marL="0" rtl="0" algn="r">
                        <a:lnSpc>
                          <a:spcPct val="115000"/>
                        </a:lnSpc>
                        <a:spcBef>
                          <a:spcPts val="0"/>
                        </a:spcBef>
                        <a:spcAft>
                          <a:spcPts val="0"/>
                        </a:spcAft>
                        <a:buNone/>
                      </a:pPr>
                      <a:r>
                        <a:rPr lang="en-US"/>
                        <a:t>763,413.12</a:t>
                      </a:r>
                      <a:endParaRPr/>
                    </a:p>
                  </a:txBody>
                  <a:tcPr marT="91425" marB="91425" marR="91425" marL="91425"/>
                </a:tc>
                <a:tc>
                  <a:txBody>
                    <a:bodyPr/>
                    <a:lstStyle/>
                    <a:p>
                      <a:pPr indent="0" lvl="0" marL="0" rtl="0" algn="r">
                        <a:lnSpc>
                          <a:spcPct val="115000"/>
                        </a:lnSpc>
                        <a:spcBef>
                          <a:spcPts val="0"/>
                        </a:spcBef>
                        <a:spcAft>
                          <a:spcPts val="0"/>
                        </a:spcAft>
                        <a:buNone/>
                      </a:pPr>
                      <a:r>
                        <a:rPr lang="en-US"/>
                        <a:t>864,863.19</a:t>
                      </a:r>
                      <a:endParaRPr/>
                    </a:p>
                  </a:txBody>
                  <a:tcPr marT="91425" marB="91425" marR="91425" marL="91425"/>
                </a:tc>
                <a:tc>
                  <a:txBody>
                    <a:bodyPr/>
                    <a:lstStyle/>
                    <a:p>
                      <a:pPr indent="0" lvl="0" marL="0" rtl="0" algn="r">
                        <a:lnSpc>
                          <a:spcPct val="115000"/>
                        </a:lnSpc>
                        <a:spcBef>
                          <a:spcPts val="0"/>
                        </a:spcBef>
                        <a:spcAft>
                          <a:spcPts val="0"/>
                        </a:spcAft>
                        <a:buNone/>
                      </a:pPr>
                      <a:r>
                        <a:rPr lang="en-US"/>
                        <a:t>106,478.48</a:t>
                      </a:r>
                      <a:endParaRPr/>
                    </a:p>
                  </a:txBody>
                  <a:tcPr marT="91425" marB="91425" marR="91425" marL="91425"/>
                </a:tc>
                <a:tc>
                  <a:txBody>
                    <a:bodyPr/>
                    <a:lstStyle/>
                    <a:p>
                      <a:pPr indent="0" lvl="0" marL="0" rtl="0" algn="r">
                        <a:lnSpc>
                          <a:spcPct val="115000"/>
                        </a:lnSpc>
                        <a:spcBef>
                          <a:spcPts val="0"/>
                        </a:spcBef>
                        <a:spcAft>
                          <a:spcPts val="0"/>
                        </a:spcAft>
                        <a:buNone/>
                      </a:pPr>
                      <a:r>
                        <a:rPr lang="en-US"/>
                        <a:t>88,372.93</a:t>
                      </a:r>
                      <a:endParaRPr/>
                    </a:p>
                  </a:txBody>
                  <a:tcPr marT="91425" marB="91425" marR="91425" marL="91425"/>
                </a:tc>
              </a:tr>
              <a:tr h="355000">
                <a:tc>
                  <a:txBody>
                    <a:bodyPr/>
                    <a:lstStyle/>
                    <a:p>
                      <a:pPr indent="0" lvl="0" marL="0" rtl="0" algn="r">
                        <a:lnSpc>
                          <a:spcPct val="115000"/>
                        </a:lnSpc>
                        <a:spcBef>
                          <a:spcPts val="0"/>
                        </a:spcBef>
                        <a:spcAft>
                          <a:spcPts val="0"/>
                        </a:spcAft>
                        <a:buNone/>
                      </a:pPr>
                      <a:r>
                        <a:rPr lang="en-US"/>
                        <a:t>2018</a:t>
                      </a:r>
                      <a:endParaRPr/>
                    </a:p>
                  </a:txBody>
                  <a:tcPr marT="91425" marB="91425" marR="91425" marL="91425"/>
                </a:tc>
                <a:tc>
                  <a:txBody>
                    <a:bodyPr/>
                    <a:lstStyle/>
                    <a:p>
                      <a:pPr indent="0" lvl="0" marL="0" rtl="0" algn="r">
                        <a:lnSpc>
                          <a:spcPct val="115000"/>
                        </a:lnSpc>
                        <a:spcBef>
                          <a:spcPts val="0"/>
                        </a:spcBef>
                        <a:spcAft>
                          <a:spcPts val="0"/>
                        </a:spcAft>
                        <a:buNone/>
                      </a:pPr>
                      <a:r>
                        <a:rPr lang="en-US"/>
                        <a:t>432,253.40</a:t>
                      </a:r>
                      <a:endParaRPr/>
                    </a:p>
                  </a:txBody>
                  <a:tcPr marT="91425" marB="91425" marR="91425" marL="91425"/>
                </a:tc>
                <a:tc>
                  <a:txBody>
                    <a:bodyPr/>
                    <a:lstStyle/>
                    <a:p>
                      <a:pPr indent="0" lvl="0" marL="0" rtl="0" algn="r">
                        <a:lnSpc>
                          <a:spcPct val="115000"/>
                        </a:lnSpc>
                        <a:spcBef>
                          <a:spcPts val="0"/>
                        </a:spcBef>
                        <a:spcAft>
                          <a:spcPts val="0"/>
                        </a:spcAft>
                        <a:buNone/>
                      </a:pPr>
                      <a:r>
                        <a:rPr lang="en-US"/>
                        <a:t>786,526.51</a:t>
                      </a:r>
                      <a:endParaRPr/>
                    </a:p>
                  </a:txBody>
                  <a:tcPr marT="91425" marB="91425" marR="91425" marL="91425"/>
                </a:tc>
                <a:tc>
                  <a:txBody>
                    <a:bodyPr/>
                    <a:lstStyle/>
                    <a:p>
                      <a:pPr indent="0" lvl="0" marL="0" rtl="0" algn="r">
                        <a:lnSpc>
                          <a:spcPct val="115000"/>
                        </a:lnSpc>
                        <a:spcBef>
                          <a:spcPts val="0"/>
                        </a:spcBef>
                        <a:spcAft>
                          <a:spcPts val="0"/>
                        </a:spcAft>
                        <a:buNone/>
                      </a:pPr>
                      <a:r>
                        <a:rPr lang="en-US"/>
                        <a:t>904,514.47</a:t>
                      </a:r>
                      <a:endParaRPr/>
                    </a:p>
                  </a:txBody>
                  <a:tcPr marT="91425" marB="91425" marR="91425" marL="91425"/>
                </a:tc>
                <a:tc>
                  <a:txBody>
                    <a:bodyPr/>
                    <a:lstStyle/>
                    <a:p>
                      <a:pPr indent="0" lvl="0" marL="0" rtl="0" algn="r">
                        <a:lnSpc>
                          <a:spcPct val="115000"/>
                        </a:lnSpc>
                        <a:spcBef>
                          <a:spcPts val="0"/>
                        </a:spcBef>
                        <a:spcAft>
                          <a:spcPts val="0"/>
                        </a:spcAft>
                        <a:buNone/>
                      </a:pPr>
                      <a:r>
                        <a:rPr lang="en-US"/>
                        <a:t>110,609.94</a:t>
                      </a:r>
                      <a:endParaRPr/>
                    </a:p>
                  </a:txBody>
                  <a:tcPr marT="91425" marB="91425" marR="91425" marL="91425"/>
                </a:tc>
                <a:tc>
                  <a:txBody>
                    <a:bodyPr/>
                    <a:lstStyle/>
                    <a:p>
                      <a:pPr indent="0" lvl="0" marL="0" rtl="0" algn="r">
                        <a:lnSpc>
                          <a:spcPct val="115000"/>
                        </a:lnSpc>
                        <a:spcBef>
                          <a:spcPts val="0"/>
                        </a:spcBef>
                        <a:spcAft>
                          <a:spcPts val="0"/>
                        </a:spcAft>
                        <a:buNone/>
                      </a:pPr>
                      <a:r>
                        <a:rPr lang="en-US"/>
                        <a:t>92,396.96</a:t>
                      </a:r>
                      <a:endParaRPr/>
                    </a:p>
                  </a:txBody>
                  <a:tcPr marT="91425" marB="91425" marR="91425" marL="91425"/>
                </a:tc>
              </a:tr>
              <a:tr h="355000">
                <a:tc>
                  <a:txBody>
                    <a:bodyPr/>
                    <a:lstStyle/>
                    <a:p>
                      <a:pPr indent="0" lvl="0" marL="0" rtl="0" algn="r">
                        <a:lnSpc>
                          <a:spcPct val="115000"/>
                        </a:lnSpc>
                        <a:spcBef>
                          <a:spcPts val="0"/>
                        </a:spcBef>
                        <a:spcAft>
                          <a:spcPts val="0"/>
                        </a:spcAft>
                        <a:buNone/>
                      </a:pPr>
                      <a:r>
                        <a:rPr lang="en-US"/>
                        <a:t>2019</a:t>
                      </a:r>
                      <a:endParaRPr/>
                    </a:p>
                  </a:txBody>
                  <a:tcPr marT="91425" marB="91425" marR="91425" marL="91425"/>
                </a:tc>
                <a:tc>
                  <a:txBody>
                    <a:bodyPr/>
                    <a:lstStyle/>
                    <a:p>
                      <a:pPr indent="0" lvl="0" marL="0" rtl="0" algn="r">
                        <a:lnSpc>
                          <a:spcPct val="115000"/>
                        </a:lnSpc>
                        <a:spcBef>
                          <a:spcPts val="0"/>
                        </a:spcBef>
                        <a:spcAft>
                          <a:spcPts val="0"/>
                        </a:spcAft>
                        <a:buNone/>
                      </a:pPr>
                      <a:r>
                        <a:rPr lang="en-US"/>
                        <a:t>449,350.10</a:t>
                      </a:r>
                      <a:endParaRPr/>
                    </a:p>
                  </a:txBody>
                  <a:tcPr marT="91425" marB="91425" marR="91425" marL="91425"/>
                </a:tc>
                <a:tc>
                  <a:txBody>
                    <a:bodyPr/>
                    <a:lstStyle/>
                    <a:p>
                      <a:pPr indent="0" lvl="0" marL="0" rtl="0" algn="r">
                        <a:lnSpc>
                          <a:spcPct val="115000"/>
                        </a:lnSpc>
                        <a:spcBef>
                          <a:spcPts val="0"/>
                        </a:spcBef>
                        <a:spcAft>
                          <a:spcPts val="0"/>
                        </a:spcAft>
                        <a:buNone/>
                      </a:pPr>
                      <a:r>
                        <a:rPr lang="en-US"/>
                        <a:t>807,333.34</a:t>
                      </a:r>
                      <a:endParaRPr/>
                    </a:p>
                  </a:txBody>
                  <a:tcPr marT="91425" marB="91425" marR="91425" marL="91425"/>
                </a:tc>
                <a:tc>
                  <a:txBody>
                    <a:bodyPr/>
                    <a:lstStyle/>
                    <a:p>
                      <a:pPr indent="0" lvl="0" marL="0" rtl="0" algn="r">
                        <a:lnSpc>
                          <a:spcPct val="115000"/>
                        </a:lnSpc>
                        <a:spcBef>
                          <a:spcPts val="0"/>
                        </a:spcBef>
                        <a:spcAft>
                          <a:spcPts val="0"/>
                        </a:spcAft>
                        <a:buNone/>
                      </a:pPr>
                      <a:r>
                        <a:rPr lang="en-US"/>
                        <a:t>944,644.28</a:t>
                      </a:r>
                      <a:endParaRPr/>
                    </a:p>
                  </a:txBody>
                  <a:tcPr marT="91425" marB="91425" marR="91425" marL="91425"/>
                </a:tc>
                <a:tc>
                  <a:txBody>
                    <a:bodyPr/>
                    <a:lstStyle/>
                    <a:p>
                      <a:pPr indent="0" lvl="0" marL="0" rtl="0" algn="r">
                        <a:lnSpc>
                          <a:spcPct val="115000"/>
                        </a:lnSpc>
                        <a:spcBef>
                          <a:spcPts val="0"/>
                        </a:spcBef>
                        <a:spcAft>
                          <a:spcPts val="0"/>
                        </a:spcAft>
                        <a:buNone/>
                      </a:pPr>
                      <a:r>
                        <a:rPr lang="en-US"/>
                        <a:t>112,369.57</a:t>
                      </a:r>
                      <a:endParaRPr/>
                    </a:p>
                  </a:txBody>
                  <a:tcPr marT="91425" marB="91425" marR="91425" marL="91425"/>
                </a:tc>
                <a:tc>
                  <a:txBody>
                    <a:bodyPr/>
                    <a:lstStyle/>
                    <a:p>
                      <a:pPr indent="0" lvl="0" marL="0" rtl="0" algn="r">
                        <a:lnSpc>
                          <a:spcPct val="115000"/>
                        </a:lnSpc>
                        <a:spcBef>
                          <a:spcPts val="0"/>
                        </a:spcBef>
                        <a:spcAft>
                          <a:spcPts val="0"/>
                        </a:spcAft>
                        <a:buNone/>
                      </a:pPr>
                      <a:r>
                        <a:rPr lang="en-US"/>
                        <a:t>96,268.72</a:t>
                      </a:r>
                      <a:endParaRPr/>
                    </a:p>
                  </a:txBody>
                  <a:tcPr marT="91425" marB="91425" marR="91425" marL="91425"/>
                </a:tc>
              </a:tr>
              <a:tr h="355000">
                <a:tc>
                  <a:txBody>
                    <a:bodyPr/>
                    <a:lstStyle/>
                    <a:p>
                      <a:pPr indent="0" lvl="0" marL="0" rtl="0" algn="r">
                        <a:lnSpc>
                          <a:spcPct val="115000"/>
                        </a:lnSpc>
                        <a:spcBef>
                          <a:spcPts val="0"/>
                        </a:spcBef>
                        <a:spcAft>
                          <a:spcPts val="0"/>
                        </a:spcAft>
                        <a:buNone/>
                      </a:pPr>
                      <a:r>
                        <a:rPr lang="en-US"/>
                        <a:t>2020</a:t>
                      </a:r>
                      <a:endParaRPr/>
                    </a:p>
                  </a:txBody>
                  <a:tcPr marT="91425" marB="91425" marR="91425" marL="91425"/>
                </a:tc>
                <a:tc>
                  <a:txBody>
                    <a:bodyPr/>
                    <a:lstStyle/>
                    <a:p>
                      <a:pPr indent="0" lvl="0" marL="0" rtl="0" algn="r">
                        <a:lnSpc>
                          <a:spcPct val="115000"/>
                        </a:lnSpc>
                        <a:spcBef>
                          <a:spcPts val="0"/>
                        </a:spcBef>
                        <a:spcAft>
                          <a:spcPts val="0"/>
                        </a:spcAft>
                        <a:buNone/>
                      </a:pPr>
                      <a:r>
                        <a:rPr lang="en-US"/>
                        <a:t>497,636.90</a:t>
                      </a:r>
                      <a:endParaRPr/>
                    </a:p>
                  </a:txBody>
                  <a:tcPr marT="91425" marB="91425" marR="91425" marL="91425"/>
                </a:tc>
                <a:tc>
                  <a:txBody>
                    <a:bodyPr/>
                    <a:lstStyle/>
                    <a:p>
                      <a:pPr indent="0" lvl="0" marL="0" rtl="0" algn="r">
                        <a:lnSpc>
                          <a:spcPct val="115000"/>
                        </a:lnSpc>
                        <a:spcBef>
                          <a:spcPts val="0"/>
                        </a:spcBef>
                        <a:spcAft>
                          <a:spcPts val="0"/>
                        </a:spcAft>
                        <a:buNone/>
                      </a:pPr>
                      <a:r>
                        <a:rPr lang="en-US"/>
                        <a:t>865,277.51</a:t>
                      </a:r>
                      <a:endParaRPr/>
                    </a:p>
                  </a:txBody>
                  <a:tcPr marT="91425" marB="91425" marR="91425" marL="91425"/>
                </a:tc>
                <a:tc>
                  <a:txBody>
                    <a:bodyPr/>
                    <a:lstStyle/>
                    <a:p>
                      <a:pPr indent="0" lvl="0" marL="0" rtl="0" algn="r">
                        <a:lnSpc>
                          <a:spcPct val="115000"/>
                        </a:lnSpc>
                        <a:spcBef>
                          <a:spcPts val="0"/>
                        </a:spcBef>
                        <a:spcAft>
                          <a:spcPts val="0"/>
                        </a:spcAft>
                        <a:buNone/>
                      </a:pPr>
                      <a:r>
                        <a:rPr lang="en-US"/>
                        <a:t>832,214.82</a:t>
                      </a:r>
                      <a:endParaRPr/>
                    </a:p>
                  </a:txBody>
                  <a:tcPr marT="91425" marB="91425" marR="91425" marL="91425"/>
                </a:tc>
                <a:tc>
                  <a:txBody>
                    <a:bodyPr/>
                    <a:lstStyle/>
                    <a:p>
                      <a:pPr indent="0" lvl="0" marL="0" rtl="0" algn="r">
                        <a:lnSpc>
                          <a:spcPct val="115000"/>
                        </a:lnSpc>
                        <a:spcBef>
                          <a:spcPts val="0"/>
                        </a:spcBef>
                        <a:spcAft>
                          <a:spcPts val="0"/>
                        </a:spcAft>
                        <a:buNone/>
                      </a:pPr>
                      <a:r>
                        <a:rPr lang="en-US"/>
                        <a:t>120,383.68</a:t>
                      </a:r>
                      <a:endParaRPr/>
                    </a:p>
                  </a:txBody>
                  <a:tcPr marT="91425" marB="91425" marR="91425" marL="91425"/>
                </a:tc>
                <a:tc>
                  <a:txBody>
                    <a:bodyPr/>
                    <a:lstStyle/>
                    <a:p>
                      <a:pPr indent="0" lvl="0" marL="0" rtl="0" algn="r">
                        <a:lnSpc>
                          <a:spcPct val="115000"/>
                        </a:lnSpc>
                        <a:spcBef>
                          <a:spcPts val="0"/>
                        </a:spcBef>
                        <a:spcAft>
                          <a:spcPts val="0"/>
                        </a:spcAft>
                        <a:buNone/>
                      </a:pPr>
                      <a:r>
                        <a:rPr lang="en-US"/>
                        <a:t>68,842.05</a:t>
                      </a:r>
                      <a:endParaRPr/>
                    </a:p>
                  </a:txBody>
                  <a:tcPr marT="91425" marB="91425" marR="91425" marL="91425"/>
                </a:tc>
              </a:tr>
              <a:tr h="355000">
                <a:tc>
                  <a:txBody>
                    <a:bodyPr/>
                    <a:lstStyle/>
                    <a:p>
                      <a:pPr indent="0" lvl="0" marL="0" rtl="0" algn="r">
                        <a:lnSpc>
                          <a:spcPct val="115000"/>
                        </a:lnSpc>
                        <a:spcBef>
                          <a:spcPts val="0"/>
                        </a:spcBef>
                        <a:spcAft>
                          <a:spcPts val="0"/>
                        </a:spcAft>
                        <a:buNone/>
                      </a:pPr>
                      <a:r>
                        <a:rPr lang="en-US"/>
                        <a:t>2021</a:t>
                      </a:r>
                      <a:endParaRPr/>
                    </a:p>
                  </a:txBody>
                  <a:tcPr marT="91425" marB="91425" marR="91425" marL="91425"/>
                </a:tc>
                <a:tc>
                  <a:txBody>
                    <a:bodyPr/>
                    <a:lstStyle/>
                    <a:p>
                      <a:pPr indent="0" lvl="0" marL="0" rtl="0" algn="r">
                        <a:lnSpc>
                          <a:spcPct val="115000"/>
                        </a:lnSpc>
                        <a:spcBef>
                          <a:spcPts val="0"/>
                        </a:spcBef>
                        <a:spcAft>
                          <a:spcPts val="0"/>
                        </a:spcAft>
                        <a:buNone/>
                      </a:pPr>
                      <a:r>
                        <a:rPr lang="en-US"/>
                        <a:t>519,413.80</a:t>
                      </a:r>
                      <a:endParaRPr/>
                    </a:p>
                  </a:txBody>
                  <a:tcPr marT="91425" marB="91425" marR="91425" marL="91425"/>
                </a:tc>
                <a:tc>
                  <a:txBody>
                    <a:bodyPr/>
                    <a:lstStyle/>
                    <a:p>
                      <a:pPr indent="0" lvl="0" marL="0" rtl="0" algn="r">
                        <a:lnSpc>
                          <a:spcPct val="115000"/>
                        </a:lnSpc>
                        <a:spcBef>
                          <a:spcPts val="0"/>
                        </a:spcBef>
                        <a:spcAft>
                          <a:spcPts val="0"/>
                        </a:spcAft>
                        <a:buNone/>
                      </a:pPr>
                      <a:r>
                        <a:rPr lang="en-US"/>
                        <a:t>919,975.85</a:t>
                      </a:r>
                      <a:endParaRPr/>
                    </a:p>
                  </a:txBody>
                  <a:tcPr marT="91425" marB="91425" marR="91425" marL="91425"/>
                </a:tc>
                <a:tc>
                  <a:txBody>
                    <a:bodyPr/>
                    <a:lstStyle/>
                    <a:p>
                      <a:pPr indent="0" lvl="0" marL="0" rtl="0" algn="r">
                        <a:lnSpc>
                          <a:spcPct val="115000"/>
                        </a:lnSpc>
                        <a:spcBef>
                          <a:spcPts val="0"/>
                        </a:spcBef>
                        <a:spcAft>
                          <a:spcPts val="0"/>
                        </a:spcAft>
                        <a:buNone/>
                      </a:pPr>
                      <a:r>
                        <a:rPr lang="en-US"/>
                        <a:t>1,020,836.81</a:t>
                      </a:r>
                      <a:endParaRPr/>
                    </a:p>
                  </a:txBody>
                  <a:tcPr marT="91425" marB="91425" marR="91425" marL="91425"/>
                </a:tc>
                <a:tc>
                  <a:txBody>
                    <a:bodyPr/>
                    <a:lstStyle/>
                    <a:p>
                      <a:pPr indent="0" lvl="0" marL="0" rtl="0" algn="r">
                        <a:lnSpc>
                          <a:spcPct val="115000"/>
                        </a:lnSpc>
                        <a:spcBef>
                          <a:spcPts val="0"/>
                        </a:spcBef>
                        <a:spcAft>
                          <a:spcPts val="0"/>
                        </a:spcAft>
                        <a:buNone/>
                      </a:pPr>
                      <a:r>
                        <a:rPr lang="en-US"/>
                        <a:t>130,502.10</a:t>
                      </a:r>
                      <a:endParaRPr/>
                    </a:p>
                  </a:txBody>
                  <a:tcPr marT="91425" marB="91425" marR="91425" marL="91425"/>
                </a:tc>
                <a:tc>
                  <a:txBody>
                    <a:bodyPr/>
                    <a:lstStyle/>
                    <a:p>
                      <a:pPr indent="0" lvl="0" marL="0" rtl="0" algn="r">
                        <a:lnSpc>
                          <a:spcPct val="115000"/>
                        </a:lnSpc>
                        <a:spcBef>
                          <a:spcPts val="0"/>
                        </a:spcBef>
                        <a:spcAft>
                          <a:spcPts val="0"/>
                        </a:spcAft>
                        <a:buNone/>
                      </a:pPr>
                      <a:r>
                        <a:rPr lang="en-US"/>
                        <a:t>99,264.79</a:t>
                      </a:r>
                      <a:endParaRPr/>
                    </a:p>
                  </a:txBody>
                  <a:tcPr marT="91425" marB="91425" marR="91425" marL="91425"/>
                </a:tc>
              </a:tr>
              <a:tr h="355000">
                <a:tc>
                  <a:txBody>
                    <a:bodyPr/>
                    <a:lstStyle/>
                    <a:p>
                      <a:pPr indent="0" lvl="0" marL="0" rtl="0" algn="r">
                        <a:lnSpc>
                          <a:spcPct val="115000"/>
                        </a:lnSpc>
                        <a:spcBef>
                          <a:spcPts val="0"/>
                        </a:spcBef>
                        <a:spcAft>
                          <a:spcPts val="0"/>
                        </a:spcAft>
                        <a:buNone/>
                      </a:pPr>
                      <a:r>
                        <a:rPr lang="en-US"/>
                        <a:t>2022</a:t>
                      </a:r>
                      <a:endParaRPr/>
                    </a:p>
                  </a:txBody>
                  <a:tcPr marT="91425" marB="91425" marR="91425" marL="91425"/>
                </a:tc>
                <a:tc>
                  <a:txBody>
                    <a:bodyPr/>
                    <a:lstStyle/>
                    <a:p>
                      <a:pPr indent="0" lvl="0" marL="0" rtl="0" algn="r">
                        <a:lnSpc>
                          <a:spcPct val="115000"/>
                        </a:lnSpc>
                        <a:spcBef>
                          <a:spcPts val="0"/>
                        </a:spcBef>
                        <a:spcAft>
                          <a:spcPts val="0"/>
                        </a:spcAft>
                        <a:buNone/>
                      </a:pPr>
                      <a:r>
                        <a:rPr lang="en-US"/>
                        <a:t>562,032.90</a:t>
                      </a:r>
                      <a:endParaRPr/>
                    </a:p>
                  </a:txBody>
                  <a:tcPr marT="91425" marB="91425" marR="91425" marL="91425"/>
                </a:tc>
                <a:tc>
                  <a:txBody>
                    <a:bodyPr/>
                    <a:lstStyle/>
                    <a:p>
                      <a:pPr indent="0" lvl="0" marL="0" rtl="0" algn="r">
                        <a:lnSpc>
                          <a:spcPct val="115000"/>
                        </a:lnSpc>
                        <a:spcBef>
                          <a:spcPts val="0"/>
                        </a:spcBef>
                        <a:spcAft>
                          <a:spcPts val="0"/>
                        </a:spcAft>
                        <a:buNone/>
                      </a:pPr>
                      <a:r>
                        <a:rPr lang="en-US"/>
                        <a:t>993,676.45</a:t>
                      </a:r>
                      <a:endParaRPr/>
                    </a:p>
                  </a:txBody>
                  <a:tcPr marT="91425" marB="91425" marR="91425" marL="91425"/>
                </a:tc>
                <a:tc>
                  <a:txBody>
                    <a:bodyPr/>
                    <a:lstStyle/>
                    <a:p>
                      <a:pPr indent="0" lvl="0" marL="0" rtl="0" algn="r">
                        <a:lnSpc>
                          <a:spcPct val="115000"/>
                        </a:lnSpc>
                        <a:spcBef>
                          <a:spcPts val="0"/>
                        </a:spcBef>
                        <a:spcAft>
                          <a:spcPts val="0"/>
                        </a:spcAft>
                        <a:buNone/>
                      </a:pPr>
                      <a:r>
                        <a:rPr lang="en-US"/>
                        <a:t>1,164,918.86</a:t>
                      </a:r>
                      <a:endParaRPr/>
                    </a:p>
                  </a:txBody>
                  <a:tcPr marT="91425" marB="91425" marR="91425" marL="91425"/>
                </a:tc>
                <a:tc>
                  <a:txBody>
                    <a:bodyPr/>
                    <a:lstStyle/>
                    <a:p>
                      <a:pPr indent="0" lvl="0" marL="0" rtl="0" algn="r">
                        <a:lnSpc>
                          <a:spcPct val="115000"/>
                        </a:lnSpc>
                        <a:spcBef>
                          <a:spcPts val="0"/>
                        </a:spcBef>
                        <a:spcAft>
                          <a:spcPts val="0"/>
                        </a:spcAft>
                        <a:buNone/>
                      </a:pPr>
                      <a:r>
                        <a:rPr lang="en-US"/>
                        <a:t>138,460.17</a:t>
                      </a:r>
                      <a:endParaRPr/>
                    </a:p>
                  </a:txBody>
                  <a:tcPr marT="91425" marB="91425" marR="91425" marL="91425"/>
                </a:tc>
                <a:tc>
                  <a:txBody>
                    <a:bodyPr/>
                    <a:lstStyle/>
                    <a:p>
                      <a:pPr indent="0" lvl="0" marL="0" rtl="0" algn="r">
                        <a:lnSpc>
                          <a:spcPct val="115000"/>
                        </a:lnSpc>
                        <a:spcBef>
                          <a:spcPts val="0"/>
                        </a:spcBef>
                        <a:spcAft>
                          <a:spcPts val="0"/>
                        </a:spcAft>
                        <a:buNone/>
                      </a:pPr>
                      <a:r>
                        <a:rPr lang="en-US"/>
                        <a:t>116,822.46</a:t>
                      </a:r>
                      <a:endParaRPr/>
                    </a:p>
                  </a:txBody>
                  <a:tcPr marT="91425" marB="91425" marR="91425" marL="91425"/>
                </a:tc>
              </a:tr>
              <a:tr h="355000">
                <a:tc>
                  <a:txBody>
                    <a:bodyPr/>
                    <a:lstStyle/>
                    <a:p>
                      <a:pPr indent="0" lvl="0" marL="0" rtl="0" algn="r">
                        <a:lnSpc>
                          <a:spcPct val="115000"/>
                        </a:lnSpc>
                        <a:spcBef>
                          <a:spcPts val="0"/>
                        </a:spcBef>
                        <a:spcAft>
                          <a:spcPts val="0"/>
                        </a:spcAft>
                        <a:buNone/>
                      </a:pPr>
                      <a:r>
                        <a:rPr lang="en-US"/>
                        <a:t>2023</a:t>
                      </a:r>
                      <a:endParaRPr/>
                    </a:p>
                  </a:txBody>
                  <a:tcPr marT="91425" marB="91425" marR="91425" marL="91425"/>
                </a:tc>
                <a:tc>
                  <a:txBody>
                    <a:bodyPr/>
                    <a:lstStyle/>
                    <a:p>
                      <a:pPr indent="0" lvl="0" marL="0" rtl="0" algn="r">
                        <a:lnSpc>
                          <a:spcPct val="115000"/>
                        </a:lnSpc>
                        <a:spcBef>
                          <a:spcPts val="0"/>
                        </a:spcBef>
                        <a:spcAft>
                          <a:spcPts val="0"/>
                        </a:spcAft>
                        <a:buNone/>
                      </a:pPr>
                      <a:r>
                        <a:rPr lang="en-US"/>
                        <a:t>576,053.70</a:t>
                      </a:r>
                      <a:endParaRPr/>
                    </a:p>
                  </a:txBody>
                  <a:tcPr marT="91425" marB="91425" marR="91425" marL="91425"/>
                </a:tc>
                <a:tc>
                  <a:txBody>
                    <a:bodyPr/>
                    <a:lstStyle/>
                    <a:p>
                      <a:pPr indent="0" lvl="0" marL="0" rtl="0" algn="r">
                        <a:lnSpc>
                          <a:spcPct val="115000"/>
                        </a:lnSpc>
                        <a:spcBef>
                          <a:spcPts val="0"/>
                        </a:spcBef>
                        <a:spcAft>
                          <a:spcPts val="0"/>
                        </a:spcAft>
                        <a:buNone/>
                      </a:pPr>
                      <a:r>
                        <a:rPr lang="en-US"/>
                        <a:t>1,013,992.57</a:t>
                      </a:r>
                      <a:endParaRPr/>
                    </a:p>
                  </a:txBody>
                  <a:tcPr marT="91425" marB="91425" marR="91425" marL="91425"/>
                </a:tc>
                <a:tc>
                  <a:txBody>
                    <a:bodyPr/>
                    <a:lstStyle/>
                    <a:p>
                      <a:pPr indent="0" lvl="0" marL="0" rtl="0" algn="r">
                        <a:lnSpc>
                          <a:spcPct val="115000"/>
                        </a:lnSpc>
                        <a:spcBef>
                          <a:spcPts val="0"/>
                        </a:spcBef>
                        <a:spcAft>
                          <a:spcPts val="0"/>
                        </a:spcAft>
                        <a:buNone/>
                      </a:pPr>
                      <a:r>
                        <a:rPr lang="en-US"/>
                        <a:t>1,275,145.05</a:t>
                      </a:r>
                      <a:endParaRPr/>
                    </a:p>
                  </a:txBody>
                  <a:tcPr marT="91425" marB="91425" marR="91425" marL="91425"/>
                </a:tc>
                <a:tc>
                  <a:txBody>
                    <a:bodyPr/>
                    <a:lstStyle/>
                    <a:p>
                      <a:pPr indent="0" lvl="0" marL="0" rtl="0" algn="r">
                        <a:lnSpc>
                          <a:spcPct val="115000"/>
                        </a:lnSpc>
                        <a:spcBef>
                          <a:spcPts val="0"/>
                        </a:spcBef>
                        <a:spcAft>
                          <a:spcPts val="0"/>
                        </a:spcAft>
                        <a:buNone/>
                      </a:pPr>
                      <a:r>
                        <a:rPr lang="en-US"/>
                        <a:t>138,829.64</a:t>
                      </a:r>
                      <a:endParaRPr/>
                    </a:p>
                  </a:txBody>
                  <a:tcPr marT="91425" marB="91425" marR="91425" marL="91425"/>
                </a:tc>
                <a:tc>
                  <a:txBody>
                    <a:bodyPr/>
                    <a:lstStyle/>
                    <a:p>
                      <a:pPr indent="0" lvl="0" marL="0" rtl="0" algn="r">
                        <a:lnSpc>
                          <a:spcPct val="115000"/>
                        </a:lnSpc>
                        <a:spcBef>
                          <a:spcPts val="0"/>
                        </a:spcBef>
                        <a:spcAft>
                          <a:spcPts val="0"/>
                        </a:spcAft>
                        <a:buNone/>
                      </a:pPr>
                      <a:r>
                        <a:rPr lang="en-US"/>
                        <a:t>131,731.01</a:t>
                      </a:r>
                      <a:endParaRPr/>
                    </a:p>
                  </a:txBody>
                  <a:tcPr marT="91425" marB="91425" marR="91425" marL="91425"/>
                </a:tc>
              </a:tr>
              <a:tr h="355000">
                <a:tc>
                  <a:txBody>
                    <a:bodyPr/>
                    <a:lstStyle/>
                    <a:p>
                      <a:pPr indent="0" lvl="0" marL="0" rtl="0" algn="r">
                        <a:lnSpc>
                          <a:spcPct val="115000"/>
                        </a:lnSpc>
                        <a:spcBef>
                          <a:spcPts val="0"/>
                        </a:spcBef>
                        <a:spcAft>
                          <a:spcPts val="0"/>
                        </a:spcAft>
                        <a:buNone/>
                      </a:pPr>
                      <a:r>
                        <a:rPr lang="en-US"/>
                        <a:t>2024</a:t>
                      </a:r>
                      <a:endParaRPr/>
                    </a:p>
                  </a:txBody>
                  <a:tcPr marT="91425" marB="91425" marR="91425" marL="91425"/>
                </a:tc>
                <a:tc>
                  <a:txBody>
                    <a:bodyPr/>
                    <a:lstStyle/>
                    <a:p>
                      <a:pPr indent="0" lvl="0" marL="0" rtl="0" algn="r">
                        <a:lnSpc>
                          <a:spcPct val="115000"/>
                        </a:lnSpc>
                        <a:spcBef>
                          <a:spcPts val="0"/>
                        </a:spcBef>
                        <a:spcAft>
                          <a:spcPts val="0"/>
                        </a:spcAft>
                        <a:buNone/>
                      </a:pPr>
                      <a:r>
                        <a:rPr lang="en-US"/>
                        <a:t>589,907.90</a:t>
                      </a:r>
                      <a:endParaRPr/>
                    </a:p>
                  </a:txBody>
                  <a:tcPr marT="91425" marB="91425" marR="91425" marL="91425"/>
                </a:tc>
                <a:tc>
                  <a:txBody>
                    <a:bodyPr/>
                    <a:lstStyle/>
                    <a:p>
                      <a:pPr indent="0" lvl="0" marL="0" rtl="0" algn="r">
                        <a:lnSpc>
                          <a:spcPct val="115000"/>
                        </a:lnSpc>
                        <a:spcBef>
                          <a:spcPts val="0"/>
                        </a:spcBef>
                        <a:spcAft>
                          <a:spcPts val="0"/>
                        </a:spcAft>
                        <a:buNone/>
                      </a:pPr>
                      <a:r>
                        <a:rPr lang="en-US"/>
                        <a:t>1,037,498.92</a:t>
                      </a:r>
                      <a:endParaRPr/>
                    </a:p>
                  </a:txBody>
                  <a:tcPr marT="91425" marB="91425" marR="91425" marL="91425"/>
                </a:tc>
                <a:tc>
                  <a:txBody>
                    <a:bodyPr/>
                    <a:lstStyle/>
                    <a:p>
                      <a:pPr indent="0" lvl="0" marL="0" rtl="0" algn="r">
                        <a:lnSpc>
                          <a:spcPct val="115000"/>
                        </a:lnSpc>
                        <a:spcBef>
                          <a:spcPts val="0"/>
                        </a:spcBef>
                        <a:spcAft>
                          <a:spcPts val="0"/>
                        </a:spcAft>
                        <a:buNone/>
                      </a:pPr>
                      <a:r>
                        <a:rPr lang="en-US"/>
                        <a:t>1,337,887.64</a:t>
                      </a:r>
                      <a:endParaRPr/>
                    </a:p>
                  </a:txBody>
                  <a:tcPr marT="91425" marB="91425" marR="91425" marL="91425"/>
                </a:tc>
                <a:tc>
                  <a:txBody>
                    <a:bodyPr/>
                    <a:lstStyle/>
                    <a:p>
                      <a:pPr indent="0" lvl="0" marL="0" rtl="0" algn="r">
                        <a:lnSpc>
                          <a:spcPct val="115000"/>
                        </a:lnSpc>
                        <a:spcBef>
                          <a:spcPts val="0"/>
                        </a:spcBef>
                        <a:spcAft>
                          <a:spcPts val="0"/>
                        </a:spcAft>
                        <a:buNone/>
                      </a:pPr>
                      <a:r>
                        <a:rPr lang="en-US"/>
                        <a:t>140,715.68</a:t>
                      </a:r>
                      <a:endParaRPr/>
                    </a:p>
                  </a:txBody>
                  <a:tcPr marT="91425" marB="91425" marR="91425" marL="91425"/>
                </a:tc>
                <a:tc>
                  <a:txBody>
                    <a:bodyPr/>
                    <a:lstStyle/>
                    <a:p>
                      <a:pPr indent="0" lvl="0" marL="0" rtl="0" algn="r">
                        <a:lnSpc>
                          <a:spcPct val="115000"/>
                        </a:lnSpc>
                        <a:spcBef>
                          <a:spcPts val="0"/>
                        </a:spcBef>
                        <a:spcAft>
                          <a:spcPts val="0"/>
                        </a:spcAft>
                        <a:buNone/>
                      </a:pPr>
                      <a:r>
                        <a:rPr lang="en-US"/>
                        <a:t>140,100.74</a:t>
                      </a:r>
                      <a:endParaRPr/>
                    </a:p>
                  </a:txBody>
                  <a:tcPr marT="91425" marB="91425" marR="91425" marL="91425"/>
                </a:tc>
              </a:tr>
            </a:tbl>
          </a:graphicData>
        </a:graphic>
      </p:graphicFrame>
      <p:sp>
        <p:nvSpPr>
          <p:cNvPr id="181" name="Google Shape;181;p21"/>
          <p:cNvSpPr txBox="1"/>
          <p:nvPr/>
        </p:nvSpPr>
        <p:spPr>
          <a:xfrm>
            <a:off x="8996650" y="0"/>
            <a:ext cx="3195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latin typeface="IBM Plex Sans"/>
                <a:ea typeface="IBM Plex Sans"/>
                <a:cs typeface="IBM Plex Sans"/>
                <a:sym typeface="IBM Plex Sans"/>
              </a:rPr>
              <a:t>Measured in millions of nominal U.S. Dollars</a:t>
            </a:r>
            <a:endParaRPr sz="2000">
              <a:solidFill>
                <a:schemeClr val="dk1"/>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ph idx="10" type="dt"/>
          </p:nvPr>
        </p:nvSpPr>
        <p:spPr>
          <a:xfrm>
            <a:off x="8665369" y="637063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February 8, 2023</a:t>
            </a:r>
            <a:endParaRPr/>
          </a:p>
        </p:txBody>
      </p:sp>
      <p:sp>
        <p:nvSpPr>
          <p:cNvPr id="187" name="Google Shape;187;p22"/>
          <p:cNvSpPr txBox="1"/>
          <p:nvPr>
            <p:ph idx="12" type="sldNum"/>
          </p:nvPr>
        </p:nvSpPr>
        <p:spPr>
          <a:xfrm>
            <a:off x="11506200" y="6370636"/>
            <a:ext cx="495300" cy="365100"/>
          </a:xfrm>
          <a:prstGeom prst="rect">
            <a:avLst/>
          </a:prstGeom>
          <a:noFill/>
          <a:ln>
            <a:noFill/>
          </a:ln>
        </p:spPr>
        <p:txBody>
          <a:bodyPr anchorCtr="0" anchor="ctr" bIns="45700" lIns="0" spcFirstLastPara="1" rIns="91425" wrap="square" tIns="45700">
            <a:noAutofit/>
          </a:bodyPr>
          <a:lstStyle/>
          <a:p>
            <a:pPr indent="0" lvl="0" marL="0" rtl="0" algn="r">
              <a:spcBef>
                <a:spcPts val="0"/>
              </a:spcBef>
              <a:spcAft>
                <a:spcPts val="0"/>
              </a:spcAft>
              <a:buNone/>
            </a:pPr>
            <a:r>
              <a:rPr lang="en-US"/>
              <a:t>  |    </a:t>
            </a:r>
            <a:fld id="{00000000-1234-1234-1234-123412341234}" type="slidenum">
              <a:rPr lang="en-US"/>
              <a:t>‹#›</a:t>
            </a:fld>
            <a:endParaRPr/>
          </a:p>
        </p:txBody>
      </p:sp>
      <p:sp>
        <p:nvSpPr>
          <p:cNvPr id="188" name="Google Shape;188;p22"/>
          <p:cNvSpPr txBox="1"/>
          <p:nvPr>
            <p:ph type="title"/>
          </p:nvPr>
        </p:nvSpPr>
        <p:spPr>
          <a:xfrm>
            <a:off x="0" y="0"/>
            <a:ext cx="3909900" cy="6858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IBM Plex Sans"/>
              <a:buNone/>
            </a:pPr>
            <a:r>
              <a:t/>
            </a:r>
            <a:endParaRPr b="0" sz="1100">
              <a:highlight>
                <a:srgbClr val="FFFFFF"/>
              </a:highlight>
              <a:latin typeface="Arial"/>
              <a:ea typeface="Arial"/>
              <a:cs typeface="Arial"/>
              <a:sym typeface="Arial"/>
            </a:endParaRPr>
          </a:p>
          <a:p>
            <a:pPr indent="0" lvl="0" marL="0" rtl="0" algn="ctr">
              <a:lnSpc>
                <a:spcPct val="90000"/>
              </a:lnSpc>
              <a:spcBef>
                <a:spcPts val="0"/>
              </a:spcBef>
              <a:spcAft>
                <a:spcPts val="0"/>
              </a:spcAft>
              <a:buClr>
                <a:schemeClr val="dk1"/>
              </a:buClr>
              <a:buSzPts val="4400"/>
              <a:buFont typeface="IBM Plex Sans"/>
              <a:buNone/>
            </a:pPr>
            <a:r>
              <a:rPr lang="en-US"/>
              <a:t>How has the price of groceries increased in comparison to inflation over the years?</a:t>
            </a:r>
            <a:r>
              <a:rPr lang="en-US"/>
              <a:t> </a:t>
            </a:r>
            <a:endParaRPr/>
          </a:p>
        </p:txBody>
      </p:sp>
      <p:sp>
        <p:nvSpPr>
          <p:cNvPr id="189" name="Google Shape;189;p22"/>
          <p:cNvSpPr txBox="1"/>
          <p:nvPr>
            <p:ph idx="1" type="body"/>
          </p:nvPr>
        </p:nvSpPr>
        <p:spPr>
          <a:xfrm>
            <a:off x="4534800" y="-291500"/>
            <a:ext cx="7466700" cy="3478500"/>
          </a:xfrm>
          <a:prstGeom prst="rect">
            <a:avLst/>
          </a:prstGeom>
          <a:noFill/>
          <a:ln>
            <a:noFill/>
          </a:ln>
        </p:spPr>
        <p:txBody>
          <a:bodyPr anchorCtr="0" anchor="t" bIns="45700" lIns="91425" spcFirstLastPara="1" rIns="91425" wrap="square" tIns="45700">
            <a:normAutofit/>
          </a:bodyPr>
          <a:lstStyle/>
          <a:p>
            <a:pPr indent="0" lvl="0" marL="0" rtl="0" algn="l">
              <a:spcBef>
                <a:spcPts val="1000"/>
              </a:spcBef>
              <a:spcAft>
                <a:spcPts val="0"/>
              </a:spcAft>
              <a:buNone/>
            </a:pPr>
            <a:r>
              <a:t/>
            </a:r>
            <a:endParaRPr/>
          </a:p>
          <a:p>
            <a:pPr indent="-361950" lvl="0" marL="457200" rtl="0" algn="l">
              <a:spcBef>
                <a:spcPts val="1000"/>
              </a:spcBef>
              <a:spcAft>
                <a:spcPts val="0"/>
              </a:spcAft>
              <a:buSzPts val="2100"/>
              <a:buChar char="▪"/>
            </a:pPr>
            <a:r>
              <a:rPr lang="en-US" sz="2100"/>
              <a:t>Inflation is a natural aspect to the </a:t>
            </a:r>
            <a:r>
              <a:rPr lang="en-US" sz="2100"/>
              <a:t>economic</a:t>
            </a:r>
            <a:r>
              <a:rPr lang="en-US" sz="2100"/>
              <a:t> flow of the nation and world so it is not a implicit worry when inflation is seen in the food purchasing industry. </a:t>
            </a:r>
            <a:endParaRPr sz="2100"/>
          </a:p>
          <a:p>
            <a:pPr indent="-361950" lvl="1" marL="914400" rtl="0" algn="l">
              <a:spcBef>
                <a:spcPts val="0"/>
              </a:spcBef>
              <a:spcAft>
                <a:spcPts val="0"/>
              </a:spcAft>
              <a:buSzPts val="2100"/>
              <a:buChar char="▪"/>
            </a:pPr>
            <a:r>
              <a:rPr lang="en-US" sz="2100"/>
              <a:t>It is important to determine is if the growth of grocery prices is consistent with inflation or if the price is outpacing it.</a:t>
            </a:r>
            <a:endParaRPr sz="2100"/>
          </a:p>
          <a:p>
            <a:pPr indent="-361950" lvl="0" marL="457200" rtl="0" algn="l">
              <a:spcBef>
                <a:spcPts val="0"/>
              </a:spcBef>
              <a:spcAft>
                <a:spcPts val="0"/>
              </a:spcAft>
              <a:buSzPts val="2100"/>
              <a:buChar char="▪"/>
            </a:pPr>
            <a:r>
              <a:rPr lang="en-US" sz="2100"/>
              <a:t>While both show upward trends, the increase in grocery spending drastically exceeds what the changes that </a:t>
            </a:r>
            <a:r>
              <a:rPr lang="en-US" sz="2100"/>
              <a:t>inflation</a:t>
            </a:r>
            <a:r>
              <a:rPr lang="en-US" sz="2100"/>
              <a:t> dictate it should.</a:t>
            </a:r>
            <a:endParaRPr sz="2100"/>
          </a:p>
        </p:txBody>
      </p:sp>
      <p:pic>
        <p:nvPicPr>
          <p:cNvPr id="190" name="Google Shape;190;p22" title="download.png"/>
          <p:cNvPicPr preferRelativeResize="0"/>
          <p:nvPr/>
        </p:nvPicPr>
        <p:blipFill>
          <a:blip r:embed="rId3">
            <a:alphaModFix/>
          </a:blip>
          <a:stretch>
            <a:fillRect/>
          </a:stretch>
        </p:blipFill>
        <p:spPr>
          <a:xfrm>
            <a:off x="6022600" y="2920200"/>
            <a:ext cx="6169400" cy="3937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idx="10" type="dt"/>
          </p:nvPr>
        </p:nvSpPr>
        <p:spPr>
          <a:xfrm>
            <a:off x="8665369" y="637063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February 8, 2023</a:t>
            </a:r>
            <a:endParaRPr/>
          </a:p>
        </p:txBody>
      </p:sp>
      <p:sp>
        <p:nvSpPr>
          <p:cNvPr id="196" name="Google Shape;196;p23"/>
          <p:cNvSpPr txBox="1"/>
          <p:nvPr>
            <p:ph idx="12" type="sldNum"/>
          </p:nvPr>
        </p:nvSpPr>
        <p:spPr>
          <a:xfrm>
            <a:off x="11506200" y="6370636"/>
            <a:ext cx="495300" cy="365125"/>
          </a:xfrm>
          <a:prstGeom prst="rect">
            <a:avLst/>
          </a:prstGeom>
          <a:noFill/>
          <a:ln>
            <a:noFill/>
          </a:ln>
        </p:spPr>
        <p:txBody>
          <a:bodyPr anchorCtr="0" anchor="ctr" bIns="45700" lIns="0" spcFirstLastPara="1" rIns="91425" wrap="square" tIns="45700">
            <a:noAutofit/>
          </a:bodyPr>
          <a:lstStyle/>
          <a:p>
            <a:pPr indent="0" lvl="0" marL="0" rtl="0" algn="r">
              <a:spcBef>
                <a:spcPts val="0"/>
              </a:spcBef>
              <a:spcAft>
                <a:spcPts val="0"/>
              </a:spcAft>
              <a:buNone/>
            </a:pPr>
            <a:r>
              <a:rPr lang="en-US"/>
              <a:t>  |    </a:t>
            </a:r>
            <a:fld id="{00000000-1234-1234-1234-123412341234}" type="slidenum">
              <a:rPr lang="en-US"/>
              <a:t>‹#›</a:t>
            </a:fld>
            <a:endParaRPr/>
          </a:p>
        </p:txBody>
      </p:sp>
      <p:sp>
        <p:nvSpPr>
          <p:cNvPr id="197" name="Google Shape;197;p23"/>
          <p:cNvSpPr txBox="1"/>
          <p:nvPr>
            <p:ph type="title"/>
          </p:nvPr>
        </p:nvSpPr>
        <p:spPr>
          <a:xfrm>
            <a:off x="0" y="0"/>
            <a:ext cx="3909900" cy="68580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t/>
            </a:r>
            <a:endParaRPr b="0" sz="1100">
              <a:highlight>
                <a:srgbClr val="FFFFFF"/>
              </a:highlight>
              <a:latin typeface="Arial"/>
              <a:ea typeface="Arial"/>
              <a:cs typeface="Arial"/>
              <a:sym typeface="Arial"/>
            </a:endParaRPr>
          </a:p>
          <a:p>
            <a:pPr indent="0" lvl="0" marL="0" rtl="0" algn="ctr">
              <a:lnSpc>
                <a:spcPct val="90000"/>
              </a:lnSpc>
              <a:spcBef>
                <a:spcPts val="0"/>
              </a:spcBef>
              <a:spcAft>
                <a:spcPts val="0"/>
              </a:spcAft>
              <a:buClr>
                <a:schemeClr val="dk1"/>
              </a:buClr>
              <a:buSzPts val="4400"/>
              <a:buFont typeface="IBM Plex Sans"/>
              <a:buNone/>
            </a:pPr>
            <a:r>
              <a:rPr lang="en-US"/>
              <a:t>How has the price of groceries increased in </a:t>
            </a:r>
            <a:r>
              <a:rPr lang="en-US"/>
              <a:t>comparison</a:t>
            </a:r>
            <a:r>
              <a:rPr lang="en-US"/>
              <a:t> to wages over the years?</a:t>
            </a:r>
            <a:endParaRPr/>
          </a:p>
        </p:txBody>
      </p:sp>
      <p:sp>
        <p:nvSpPr>
          <p:cNvPr id="198" name="Google Shape;198;p23"/>
          <p:cNvSpPr txBox="1"/>
          <p:nvPr>
            <p:ph idx="1" type="body"/>
          </p:nvPr>
        </p:nvSpPr>
        <p:spPr>
          <a:xfrm>
            <a:off x="4534800" y="0"/>
            <a:ext cx="7466700" cy="3118500"/>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1000"/>
              </a:spcBef>
              <a:spcAft>
                <a:spcPts val="0"/>
              </a:spcAft>
              <a:buNone/>
            </a:pPr>
            <a:r>
              <a:t/>
            </a:r>
            <a:endParaRPr sz="2100"/>
          </a:p>
          <a:p>
            <a:pPr indent="-361950" lvl="0" marL="457200" rtl="0" algn="l">
              <a:spcBef>
                <a:spcPts val="1000"/>
              </a:spcBef>
              <a:spcAft>
                <a:spcPts val="0"/>
              </a:spcAft>
              <a:buSzPts val="2100"/>
              <a:buChar char="▪"/>
            </a:pPr>
            <a:r>
              <a:rPr lang="en-US" sz="2100"/>
              <a:t>Due to the close relationship that inflation and wages have, it is not only important to know if the cost of groceries is raising correctly in tandem with inflation, but that those designed to purchase them are able to do so without serious blows to budgeting</a:t>
            </a:r>
            <a:endParaRPr sz="2100"/>
          </a:p>
          <a:p>
            <a:pPr indent="-361950" lvl="0" marL="457200" rtl="0" algn="l">
              <a:spcBef>
                <a:spcPts val="0"/>
              </a:spcBef>
              <a:spcAft>
                <a:spcPts val="0"/>
              </a:spcAft>
              <a:buSzPts val="2100"/>
              <a:buChar char="▪"/>
            </a:pPr>
            <a:r>
              <a:rPr lang="en-US" sz="2100"/>
              <a:t>While the </a:t>
            </a:r>
            <a:r>
              <a:rPr lang="en-US" sz="2100"/>
              <a:t>increase</a:t>
            </a:r>
            <a:r>
              <a:rPr lang="en-US" sz="2100"/>
              <a:t> in average wages in the private </a:t>
            </a:r>
            <a:r>
              <a:rPr lang="en-US" sz="2100"/>
              <a:t>sectors</a:t>
            </a:r>
            <a:r>
              <a:rPr lang="en-US" sz="2100"/>
              <a:t> do seem to trend higher than inflation, it is still outpaced by the cost of food, showing that the effect inflation has is more impactful.</a:t>
            </a:r>
            <a:endParaRPr sz="2100"/>
          </a:p>
          <a:p>
            <a:pPr indent="-361950" lvl="1" marL="914400" rtl="0" algn="l">
              <a:spcBef>
                <a:spcPts val="0"/>
              </a:spcBef>
              <a:spcAft>
                <a:spcPts val="0"/>
              </a:spcAft>
              <a:buSzPts val="2100"/>
              <a:buChar char="▪"/>
            </a:pPr>
            <a:r>
              <a:rPr lang="en-US" sz="2100"/>
              <a:t>average wage growth of $17.32 total from 2006 to 2026</a:t>
            </a:r>
            <a:endParaRPr sz="2100"/>
          </a:p>
        </p:txBody>
      </p:sp>
      <p:pic>
        <p:nvPicPr>
          <p:cNvPr id="199" name="Google Shape;199;p23"/>
          <p:cNvPicPr preferRelativeResize="0"/>
          <p:nvPr/>
        </p:nvPicPr>
        <p:blipFill>
          <a:blip r:embed="rId3">
            <a:alphaModFix/>
          </a:blip>
          <a:stretch>
            <a:fillRect/>
          </a:stretch>
        </p:blipFill>
        <p:spPr>
          <a:xfrm>
            <a:off x="6032221" y="3118500"/>
            <a:ext cx="6144828" cy="3739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txBox="1"/>
          <p:nvPr>
            <p:ph idx="10" type="dt"/>
          </p:nvPr>
        </p:nvSpPr>
        <p:spPr>
          <a:xfrm>
            <a:off x="8665369" y="637063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February 8, 2023</a:t>
            </a:r>
            <a:endParaRPr/>
          </a:p>
        </p:txBody>
      </p:sp>
      <p:sp>
        <p:nvSpPr>
          <p:cNvPr id="205" name="Google Shape;205;p24"/>
          <p:cNvSpPr txBox="1"/>
          <p:nvPr>
            <p:ph idx="12" type="sldNum"/>
          </p:nvPr>
        </p:nvSpPr>
        <p:spPr>
          <a:xfrm>
            <a:off x="11506200" y="6370636"/>
            <a:ext cx="495300" cy="365100"/>
          </a:xfrm>
          <a:prstGeom prst="rect">
            <a:avLst/>
          </a:prstGeom>
          <a:noFill/>
          <a:ln>
            <a:noFill/>
          </a:ln>
        </p:spPr>
        <p:txBody>
          <a:bodyPr anchorCtr="0" anchor="ctr" bIns="45700" lIns="0" spcFirstLastPara="1" rIns="91425" wrap="square" tIns="45700">
            <a:noAutofit/>
          </a:bodyPr>
          <a:lstStyle/>
          <a:p>
            <a:pPr indent="0" lvl="0" marL="0" rtl="0" algn="r">
              <a:spcBef>
                <a:spcPts val="0"/>
              </a:spcBef>
              <a:spcAft>
                <a:spcPts val="0"/>
              </a:spcAft>
              <a:buNone/>
            </a:pPr>
            <a:r>
              <a:rPr lang="en-US"/>
              <a:t>  |    </a:t>
            </a:r>
            <a:fld id="{00000000-1234-1234-1234-123412341234}" type="slidenum">
              <a:rPr lang="en-US"/>
              <a:t>‹#›</a:t>
            </a:fld>
            <a:endParaRPr/>
          </a:p>
        </p:txBody>
      </p:sp>
      <p:sp>
        <p:nvSpPr>
          <p:cNvPr id="206" name="Google Shape;206;p24"/>
          <p:cNvSpPr txBox="1"/>
          <p:nvPr>
            <p:ph type="title"/>
          </p:nvPr>
        </p:nvSpPr>
        <p:spPr>
          <a:xfrm>
            <a:off x="0" y="0"/>
            <a:ext cx="3909900" cy="6858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IBM Plex Sans"/>
              <a:buNone/>
            </a:pPr>
            <a:r>
              <a:rPr lang="en-US"/>
              <a:t>How has the cost of groceries for a family of 4 changed over the years?</a:t>
            </a:r>
            <a:r>
              <a:rPr lang="en-US"/>
              <a:t> </a:t>
            </a:r>
            <a:endParaRPr/>
          </a:p>
          <a:p>
            <a:pPr indent="0" lvl="0" marL="0" rtl="0" algn="ctr">
              <a:lnSpc>
                <a:spcPct val="90000"/>
              </a:lnSpc>
              <a:spcBef>
                <a:spcPts val="0"/>
              </a:spcBef>
              <a:spcAft>
                <a:spcPts val="0"/>
              </a:spcAft>
              <a:buClr>
                <a:schemeClr val="dk1"/>
              </a:buClr>
              <a:buSzPts val="4400"/>
              <a:buFont typeface="IBM Plex Sans"/>
              <a:buNone/>
            </a:pPr>
            <a:r>
              <a:t/>
            </a:r>
            <a:endParaRPr/>
          </a:p>
        </p:txBody>
      </p:sp>
      <p:sp>
        <p:nvSpPr>
          <p:cNvPr id="207" name="Google Shape;207;p24"/>
          <p:cNvSpPr txBox="1"/>
          <p:nvPr>
            <p:ph idx="1" type="body"/>
          </p:nvPr>
        </p:nvSpPr>
        <p:spPr>
          <a:xfrm>
            <a:off x="4534800" y="0"/>
            <a:ext cx="7466700" cy="3118500"/>
          </a:xfrm>
          <a:prstGeom prst="rect">
            <a:avLst/>
          </a:prstGeom>
          <a:noFill/>
          <a:ln>
            <a:noFill/>
          </a:ln>
        </p:spPr>
        <p:txBody>
          <a:bodyPr anchorCtr="0" anchor="t" bIns="45700" lIns="91425" spcFirstLastPara="1" rIns="91425" wrap="square" tIns="45700">
            <a:normAutofit/>
          </a:bodyPr>
          <a:lstStyle/>
          <a:p>
            <a:pPr indent="0" lvl="0" marL="0" rtl="0" algn="l">
              <a:spcBef>
                <a:spcPts val="1000"/>
              </a:spcBef>
              <a:spcAft>
                <a:spcPts val="0"/>
              </a:spcAft>
              <a:buNone/>
            </a:pPr>
            <a:r>
              <a:t/>
            </a:r>
            <a:endParaRPr/>
          </a:p>
          <a:p>
            <a:pPr indent="-361950" lvl="0" marL="457200" rtl="0" algn="l">
              <a:spcBef>
                <a:spcPts val="1000"/>
              </a:spcBef>
              <a:spcAft>
                <a:spcPts val="0"/>
              </a:spcAft>
              <a:buSzPts val="2100"/>
              <a:buChar char="▪"/>
            </a:pPr>
            <a:r>
              <a:rPr lang="en-US" sz="2100"/>
              <a:t>The US national </a:t>
            </a:r>
            <a:r>
              <a:rPr lang="en-US" sz="2100"/>
              <a:t>average</a:t>
            </a:r>
            <a:r>
              <a:rPr lang="en-US" sz="2100"/>
              <a:t> of people in a </a:t>
            </a:r>
            <a:r>
              <a:rPr lang="en-US" sz="2100"/>
              <a:t>household was determined to be 3.13 -&gt; rounded up to 4.</a:t>
            </a:r>
            <a:endParaRPr sz="2100"/>
          </a:p>
          <a:p>
            <a:pPr indent="-361950" lvl="0" marL="457200" rtl="0" algn="l">
              <a:spcBef>
                <a:spcPts val="0"/>
              </a:spcBef>
              <a:spcAft>
                <a:spcPts val="0"/>
              </a:spcAft>
              <a:buSzPts val="2100"/>
              <a:buChar char="▪"/>
            </a:pPr>
            <a:r>
              <a:rPr lang="en-US" sz="2100"/>
              <a:t>It is important to look at the average and standard household when working with this information as it can help differentiate corner cases from what the trend changes say about the changing industry as a whole</a:t>
            </a:r>
            <a:endParaRPr sz="2100"/>
          </a:p>
          <a:p>
            <a:pPr indent="-361950" lvl="0" marL="457200" rtl="0" algn="l">
              <a:spcBef>
                <a:spcPts val="0"/>
              </a:spcBef>
              <a:spcAft>
                <a:spcPts val="0"/>
              </a:spcAft>
              <a:buSzPts val="2100"/>
              <a:buChar char="▪"/>
            </a:pPr>
            <a:r>
              <a:rPr lang="en-US" sz="2100"/>
              <a:t>This series shows a clear long term trend in cost. We saw groceries increase by $229.39 per year (2.33%), resulting in a 85.63% change from 1994-2021</a:t>
            </a:r>
            <a:endParaRPr sz="2100"/>
          </a:p>
        </p:txBody>
      </p:sp>
      <p:pic>
        <p:nvPicPr>
          <p:cNvPr id="208" name="Google Shape;208;p24"/>
          <p:cNvPicPr preferRelativeResize="0"/>
          <p:nvPr/>
        </p:nvPicPr>
        <p:blipFill>
          <a:blip r:embed="rId3">
            <a:alphaModFix/>
          </a:blip>
          <a:stretch>
            <a:fillRect/>
          </a:stretch>
        </p:blipFill>
        <p:spPr>
          <a:xfrm>
            <a:off x="4828950" y="3118500"/>
            <a:ext cx="7363049" cy="3749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5"/>
          <p:cNvSpPr txBox="1"/>
          <p:nvPr>
            <p:ph idx="10" type="dt"/>
          </p:nvPr>
        </p:nvSpPr>
        <p:spPr>
          <a:xfrm>
            <a:off x="8665369" y="637063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February 8, 2023</a:t>
            </a:r>
            <a:endParaRPr/>
          </a:p>
        </p:txBody>
      </p:sp>
      <p:sp>
        <p:nvSpPr>
          <p:cNvPr id="214" name="Google Shape;214;p25"/>
          <p:cNvSpPr txBox="1"/>
          <p:nvPr>
            <p:ph idx="12" type="sldNum"/>
          </p:nvPr>
        </p:nvSpPr>
        <p:spPr>
          <a:xfrm>
            <a:off x="11506200" y="6370636"/>
            <a:ext cx="495300" cy="365100"/>
          </a:xfrm>
          <a:prstGeom prst="rect">
            <a:avLst/>
          </a:prstGeom>
          <a:noFill/>
          <a:ln>
            <a:noFill/>
          </a:ln>
        </p:spPr>
        <p:txBody>
          <a:bodyPr anchorCtr="0" anchor="ctr" bIns="45700" lIns="0" spcFirstLastPara="1" rIns="91425" wrap="square" tIns="45700">
            <a:noAutofit/>
          </a:bodyPr>
          <a:lstStyle/>
          <a:p>
            <a:pPr indent="0" lvl="0" marL="0" rtl="0" algn="r">
              <a:spcBef>
                <a:spcPts val="0"/>
              </a:spcBef>
              <a:spcAft>
                <a:spcPts val="0"/>
              </a:spcAft>
              <a:buNone/>
            </a:pPr>
            <a:r>
              <a:rPr lang="en-US"/>
              <a:t>  |    </a:t>
            </a:r>
            <a:fld id="{00000000-1234-1234-1234-123412341234}" type="slidenum">
              <a:rPr lang="en-US"/>
              <a:t>‹#›</a:t>
            </a:fld>
            <a:endParaRPr/>
          </a:p>
        </p:txBody>
      </p:sp>
      <p:sp>
        <p:nvSpPr>
          <p:cNvPr id="215" name="Google Shape;215;p25"/>
          <p:cNvSpPr txBox="1"/>
          <p:nvPr>
            <p:ph type="title"/>
          </p:nvPr>
        </p:nvSpPr>
        <p:spPr>
          <a:xfrm>
            <a:off x="0" y="0"/>
            <a:ext cx="3909900" cy="6858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IBM Plex Sans"/>
              <a:buNone/>
            </a:pPr>
            <a:r>
              <a:rPr lang="en-US"/>
              <a:t>How do children in a household affect the cost of living grocery-wise over the years?</a:t>
            </a:r>
            <a:endParaRPr/>
          </a:p>
          <a:p>
            <a:pPr indent="0" lvl="0" marL="0" rtl="0" algn="l">
              <a:lnSpc>
                <a:spcPct val="90000"/>
              </a:lnSpc>
              <a:spcBef>
                <a:spcPts val="0"/>
              </a:spcBef>
              <a:spcAft>
                <a:spcPts val="0"/>
              </a:spcAft>
              <a:buClr>
                <a:schemeClr val="dk1"/>
              </a:buClr>
              <a:buSzPts val="4400"/>
              <a:buFont typeface="IBM Plex Sans"/>
              <a:buNone/>
            </a:pPr>
            <a:r>
              <a:t/>
            </a:r>
            <a:endParaRPr/>
          </a:p>
        </p:txBody>
      </p:sp>
      <p:sp>
        <p:nvSpPr>
          <p:cNvPr id="216" name="Google Shape;216;p25"/>
          <p:cNvSpPr txBox="1"/>
          <p:nvPr>
            <p:ph idx="1" type="body"/>
          </p:nvPr>
        </p:nvSpPr>
        <p:spPr>
          <a:xfrm>
            <a:off x="4534800" y="152400"/>
            <a:ext cx="7466700" cy="31185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1000"/>
              </a:spcBef>
              <a:spcAft>
                <a:spcPts val="0"/>
              </a:spcAft>
              <a:buNone/>
            </a:pPr>
            <a:r>
              <a:t/>
            </a:r>
            <a:endParaRPr/>
          </a:p>
          <a:p>
            <a:pPr indent="-361950" lvl="0" marL="457200" rtl="0" algn="l">
              <a:spcBef>
                <a:spcPts val="1000"/>
              </a:spcBef>
              <a:spcAft>
                <a:spcPts val="0"/>
              </a:spcAft>
              <a:buSzPts val="2100"/>
              <a:buChar char="▪"/>
            </a:pPr>
            <a:r>
              <a:rPr lang="en-US" sz="2100"/>
              <a:t>It is </a:t>
            </a:r>
            <a:r>
              <a:rPr lang="en-US" sz="2100"/>
              <a:t>important to analyze how children in the household can associate with its grocery costs. </a:t>
            </a:r>
            <a:endParaRPr sz="2100"/>
          </a:p>
          <a:p>
            <a:pPr indent="-361950" lvl="0" marL="457200" rtl="0" algn="l">
              <a:spcBef>
                <a:spcPts val="0"/>
              </a:spcBef>
              <a:spcAft>
                <a:spcPts val="0"/>
              </a:spcAft>
              <a:buSzPts val="2100"/>
              <a:buChar char="▪"/>
            </a:pPr>
            <a:r>
              <a:rPr lang="en-US" sz="2100"/>
              <a:t>Both households show long term upward trends, but illustrate the clear cost-gap between children in the household</a:t>
            </a:r>
            <a:endParaRPr sz="2100"/>
          </a:p>
          <a:p>
            <a:pPr indent="-361950" lvl="0" marL="457200" rtl="0" algn="l">
              <a:spcBef>
                <a:spcPts val="0"/>
              </a:spcBef>
              <a:spcAft>
                <a:spcPts val="0"/>
              </a:spcAft>
              <a:buSzPts val="2100"/>
              <a:buChar char="▪"/>
            </a:pPr>
            <a:r>
              <a:rPr lang="en-US" sz="2100"/>
              <a:t>This regression is on average off by about 49 dollars as per our root mse, but still illustrates the difference children make.</a:t>
            </a:r>
            <a:endParaRPr sz="2100"/>
          </a:p>
          <a:p>
            <a:pPr indent="-361950" lvl="0" marL="457200" rtl="0" algn="l">
              <a:spcBef>
                <a:spcPts val="0"/>
              </a:spcBef>
              <a:spcAft>
                <a:spcPts val="0"/>
              </a:spcAft>
              <a:buSzPts val="2100"/>
              <a:buChar char="▪"/>
            </a:pPr>
            <a:r>
              <a:rPr lang="en-US" sz="2100"/>
              <a:t>Children introduce ~$363 increase in a families household moderate grocery plan per month</a:t>
            </a:r>
            <a:endParaRPr sz="2100"/>
          </a:p>
        </p:txBody>
      </p:sp>
      <p:pic>
        <p:nvPicPr>
          <p:cNvPr id="217" name="Google Shape;217;p25" title="kids_vs_nokids_reg.png"/>
          <p:cNvPicPr preferRelativeResize="0"/>
          <p:nvPr/>
        </p:nvPicPr>
        <p:blipFill>
          <a:blip r:embed="rId3">
            <a:alphaModFix/>
          </a:blip>
          <a:stretch>
            <a:fillRect/>
          </a:stretch>
        </p:blipFill>
        <p:spPr>
          <a:xfrm>
            <a:off x="5980100" y="3148625"/>
            <a:ext cx="4576113" cy="3587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6"/>
          <p:cNvSpPr txBox="1"/>
          <p:nvPr>
            <p:ph idx="12" type="sldNum"/>
          </p:nvPr>
        </p:nvSpPr>
        <p:spPr>
          <a:xfrm>
            <a:off x="11506200" y="6370636"/>
            <a:ext cx="495300" cy="365100"/>
          </a:xfrm>
          <a:prstGeom prst="rect">
            <a:avLst/>
          </a:prstGeom>
          <a:noFill/>
          <a:ln>
            <a:noFill/>
          </a:ln>
        </p:spPr>
        <p:txBody>
          <a:bodyPr anchorCtr="0" anchor="ctr" bIns="45700" lIns="0" spcFirstLastPara="1" rIns="91425" wrap="square" tIns="45700">
            <a:noAutofit/>
          </a:bodyPr>
          <a:lstStyle/>
          <a:p>
            <a:pPr indent="0" lvl="0" marL="0" rtl="0" algn="r">
              <a:spcBef>
                <a:spcPts val="0"/>
              </a:spcBef>
              <a:spcAft>
                <a:spcPts val="0"/>
              </a:spcAft>
              <a:buNone/>
            </a:pPr>
            <a:r>
              <a:rPr lang="en-US"/>
              <a:t>  |    </a:t>
            </a:r>
            <a:fld id="{00000000-1234-1234-1234-123412341234}" type="slidenum">
              <a:rPr lang="en-US"/>
              <a:t>‹#›</a:t>
            </a:fld>
            <a:endParaRPr/>
          </a:p>
        </p:txBody>
      </p:sp>
      <p:sp>
        <p:nvSpPr>
          <p:cNvPr id="223" name="Google Shape;223;p26"/>
          <p:cNvSpPr txBox="1"/>
          <p:nvPr>
            <p:ph type="title"/>
          </p:nvPr>
        </p:nvSpPr>
        <p:spPr>
          <a:xfrm>
            <a:off x="0" y="0"/>
            <a:ext cx="3909900" cy="6858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IBM Plex Sans"/>
              <a:buNone/>
            </a:pPr>
            <a:r>
              <a:rPr lang="en-US"/>
              <a:t>How has the price of healthy and unhealthy foods changed in juxtaposition with each other?</a:t>
            </a:r>
            <a:endParaRPr/>
          </a:p>
        </p:txBody>
      </p:sp>
      <p:pic>
        <p:nvPicPr>
          <p:cNvPr id="224" name="Google Shape;224;p26"/>
          <p:cNvPicPr preferRelativeResize="0"/>
          <p:nvPr/>
        </p:nvPicPr>
        <p:blipFill>
          <a:blip r:embed="rId3">
            <a:alphaModFix/>
          </a:blip>
          <a:stretch>
            <a:fillRect/>
          </a:stretch>
        </p:blipFill>
        <p:spPr>
          <a:xfrm>
            <a:off x="4781275" y="3652200"/>
            <a:ext cx="4567799" cy="3205800"/>
          </a:xfrm>
          <a:prstGeom prst="rect">
            <a:avLst/>
          </a:prstGeom>
          <a:noFill/>
          <a:ln>
            <a:noFill/>
          </a:ln>
        </p:spPr>
      </p:pic>
      <p:graphicFrame>
        <p:nvGraphicFramePr>
          <p:cNvPr id="225" name="Google Shape;225;p26"/>
          <p:cNvGraphicFramePr/>
          <p:nvPr/>
        </p:nvGraphicFramePr>
        <p:xfrm>
          <a:off x="9923038" y="759725"/>
          <a:ext cx="3000000" cy="3000000"/>
        </p:xfrm>
        <a:graphic>
          <a:graphicData uri="http://schemas.openxmlformats.org/drawingml/2006/table">
            <a:tbl>
              <a:tblPr>
                <a:noFill/>
                <a:tableStyleId>{5A7A1656-48A9-4E8E-94E9-461E2F8EAA66}</a:tableStyleId>
              </a:tblPr>
              <a:tblGrid>
                <a:gridCol w="1134025"/>
                <a:gridCol w="1086050"/>
              </a:tblGrid>
              <a:tr h="439225">
                <a:tc>
                  <a:txBody>
                    <a:bodyPr/>
                    <a:lstStyle/>
                    <a:p>
                      <a:pPr indent="0" lvl="0" marL="0" rtl="0" algn="l">
                        <a:lnSpc>
                          <a:spcPct val="115000"/>
                        </a:lnSpc>
                        <a:spcBef>
                          <a:spcPts val="1200"/>
                        </a:spcBef>
                        <a:spcAft>
                          <a:spcPts val="0"/>
                        </a:spcAft>
                        <a:buNone/>
                      </a:pPr>
                      <a:r>
                        <a:rPr b="1" lang="en-US" sz="1000">
                          <a:solidFill>
                            <a:srgbClr val="1F4E79"/>
                          </a:solidFill>
                        </a:rPr>
                        <a:t>Metric</a:t>
                      </a:r>
                      <a:endParaRPr b="1" sz="1000">
                        <a:solidFill>
                          <a:srgbClr val="1F4E79"/>
                        </a:solidFill>
                      </a:endParaRPr>
                    </a:p>
                  </a:txBody>
                  <a:tcPr marT="63500" marB="63500" marR="95250" marL="95250">
                    <a:lnL cap="flat" cmpd="sng" w="7625">
                      <a:solidFill>
                        <a:srgbClr val="AAAAAA"/>
                      </a:solidFill>
                      <a:prstDash val="solid"/>
                      <a:round/>
                      <a:headEnd len="sm" w="sm" type="none"/>
                      <a:tailEnd len="sm" w="sm" type="none"/>
                    </a:lnL>
                    <a:lnR cap="flat" cmpd="sng" w="7625">
                      <a:solidFill>
                        <a:srgbClr val="AAAAAA"/>
                      </a:solidFill>
                      <a:prstDash val="solid"/>
                      <a:round/>
                      <a:headEnd len="sm" w="sm" type="none"/>
                      <a:tailEnd len="sm" w="sm" type="none"/>
                    </a:lnR>
                    <a:lnT cap="flat" cmpd="sng" w="7625">
                      <a:solidFill>
                        <a:srgbClr val="AAAAAA"/>
                      </a:solidFill>
                      <a:prstDash val="solid"/>
                      <a:round/>
                      <a:headEnd len="sm" w="sm" type="none"/>
                      <a:tailEnd len="sm" w="sm" type="none"/>
                    </a:lnT>
                    <a:lnB cap="flat" cmpd="sng" w="7625">
                      <a:solidFill>
                        <a:srgbClr val="AAAAAA"/>
                      </a:solidFill>
                      <a:prstDash val="solid"/>
                      <a:round/>
                      <a:headEnd len="sm" w="sm" type="none"/>
                      <a:tailEnd len="sm" w="sm" type="none"/>
                    </a:lnB>
                    <a:solidFill>
                      <a:srgbClr val="D6E4F0"/>
                    </a:solidFill>
                  </a:tcPr>
                </a:tc>
                <a:tc>
                  <a:txBody>
                    <a:bodyPr/>
                    <a:lstStyle/>
                    <a:p>
                      <a:pPr indent="0" lvl="0" marL="0" rtl="0" algn="r">
                        <a:lnSpc>
                          <a:spcPct val="115000"/>
                        </a:lnSpc>
                        <a:spcBef>
                          <a:spcPts val="1200"/>
                        </a:spcBef>
                        <a:spcAft>
                          <a:spcPts val="0"/>
                        </a:spcAft>
                        <a:buNone/>
                      </a:pPr>
                      <a:r>
                        <a:rPr b="1" lang="en-US" sz="1000">
                          <a:solidFill>
                            <a:srgbClr val="1F4E79"/>
                          </a:solidFill>
                        </a:rPr>
                        <a:t>Value</a:t>
                      </a:r>
                      <a:endParaRPr b="1" sz="1000">
                        <a:solidFill>
                          <a:srgbClr val="1F4E79"/>
                        </a:solidFill>
                      </a:endParaRPr>
                    </a:p>
                  </a:txBody>
                  <a:tcPr marT="63500" marB="63500" marR="95250" marL="95250">
                    <a:lnL cap="flat" cmpd="sng" w="7625">
                      <a:solidFill>
                        <a:srgbClr val="AAAAAA"/>
                      </a:solidFill>
                      <a:prstDash val="solid"/>
                      <a:round/>
                      <a:headEnd len="sm" w="sm" type="none"/>
                      <a:tailEnd len="sm" w="sm" type="none"/>
                    </a:lnL>
                    <a:lnR cap="flat" cmpd="sng" w="7625">
                      <a:solidFill>
                        <a:srgbClr val="AAAAAA"/>
                      </a:solidFill>
                      <a:prstDash val="solid"/>
                      <a:round/>
                      <a:headEnd len="sm" w="sm" type="none"/>
                      <a:tailEnd len="sm" w="sm" type="none"/>
                    </a:lnR>
                    <a:lnT cap="flat" cmpd="sng" w="7625">
                      <a:solidFill>
                        <a:srgbClr val="AAAAAA"/>
                      </a:solidFill>
                      <a:prstDash val="solid"/>
                      <a:round/>
                      <a:headEnd len="sm" w="sm" type="none"/>
                      <a:tailEnd len="sm" w="sm" type="none"/>
                    </a:lnT>
                    <a:lnB cap="flat" cmpd="sng" w="7625">
                      <a:solidFill>
                        <a:srgbClr val="AAAAAA"/>
                      </a:solidFill>
                      <a:prstDash val="solid"/>
                      <a:round/>
                      <a:headEnd len="sm" w="sm" type="none"/>
                      <a:tailEnd len="sm" w="sm" type="none"/>
                    </a:lnB>
                    <a:solidFill>
                      <a:srgbClr val="D6E4F0"/>
                    </a:solidFill>
                  </a:tcPr>
                </a:tc>
              </a:tr>
              <a:tr h="402925">
                <a:tc>
                  <a:txBody>
                    <a:bodyPr/>
                    <a:lstStyle/>
                    <a:p>
                      <a:pPr indent="0" lvl="0" marL="0" rtl="0" algn="l">
                        <a:lnSpc>
                          <a:spcPct val="115000"/>
                        </a:lnSpc>
                        <a:spcBef>
                          <a:spcPts val="1200"/>
                        </a:spcBef>
                        <a:spcAft>
                          <a:spcPts val="0"/>
                        </a:spcAft>
                        <a:buNone/>
                      </a:pPr>
                      <a:r>
                        <a:rPr lang="en-US" sz="1000">
                          <a:solidFill>
                            <a:srgbClr val="595959"/>
                          </a:solidFill>
                        </a:rPr>
                        <a:t>Counties where soda was cheaper than milk</a:t>
                      </a:r>
                      <a:endParaRPr sz="1000">
                        <a:solidFill>
                          <a:srgbClr val="595959"/>
                        </a:solidFill>
                      </a:endParaRPr>
                    </a:p>
                  </a:txBody>
                  <a:tcPr marT="63500" marB="63500" marR="95250" marL="95250">
                    <a:lnL cap="flat" cmpd="sng" w="7625">
                      <a:solidFill>
                        <a:srgbClr val="AAAAAA"/>
                      </a:solidFill>
                      <a:prstDash val="solid"/>
                      <a:round/>
                      <a:headEnd len="sm" w="sm" type="none"/>
                      <a:tailEnd len="sm" w="sm" type="none"/>
                    </a:lnL>
                    <a:lnR cap="flat" cmpd="sng" w="7625">
                      <a:solidFill>
                        <a:srgbClr val="AAAAAA"/>
                      </a:solidFill>
                      <a:prstDash val="solid"/>
                      <a:round/>
                      <a:headEnd len="sm" w="sm" type="none"/>
                      <a:tailEnd len="sm" w="sm" type="none"/>
                    </a:lnR>
                    <a:lnT cap="flat" cmpd="sng" w="7625">
                      <a:solidFill>
                        <a:srgbClr val="AAAAAA"/>
                      </a:solidFill>
                      <a:prstDash val="solid"/>
                      <a:round/>
                      <a:headEnd len="sm" w="sm" type="none"/>
                      <a:tailEnd len="sm" w="sm" type="none"/>
                    </a:lnT>
                    <a:lnB cap="flat" cmpd="sng" w="7625">
                      <a:solidFill>
                        <a:srgbClr val="AAAAAA"/>
                      </a:solidFill>
                      <a:prstDash val="solid"/>
                      <a:round/>
                      <a:headEnd len="sm" w="sm" type="none"/>
                      <a:tailEnd len="sm" w="sm" type="none"/>
                    </a:lnB>
                    <a:solidFill>
                      <a:srgbClr val="FFFFFF"/>
                    </a:solidFill>
                  </a:tcPr>
                </a:tc>
                <a:tc>
                  <a:txBody>
                    <a:bodyPr/>
                    <a:lstStyle/>
                    <a:p>
                      <a:pPr indent="0" lvl="0" marL="0" rtl="0" algn="r">
                        <a:lnSpc>
                          <a:spcPct val="115000"/>
                        </a:lnSpc>
                        <a:spcBef>
                          <a:spcPts val="1200"/>
                        </a:spcBef>
                        <a:spcAft>
                          <a:spcPts val="0"/>
                        </a:spcAft>
                        <a:buNone/>
                      </a:pPr>
                      <a:r>
                        <a:rPr lang="en-US" sz="1000">
                          <a:solidFill>
                            <a:srgbClr val="595959"/>
                          </a:solidFill>
                        </a:rPr>
                        <a:t>2,050 (65%)</a:t>
                      </a:r>
                      <a:endParaRPr sz="1000">
                        <a:solidFill>
                          <a:srgbClr val="595959"/>
                        </a:solidFill>
                      </a:endParaRPr>
                    </a:p>
                  </a:txBody>
                  <a:tcPr marT="63500" marB="63500" marR="95250" marL="95250">
                    <a:lnL cap="flat" cmpd="sng" w="7625">
                      <a:solidFill>
                        <a:srgbClr val="AAAAAA"/>
                      </a:solidFill>
                      <a:prstDash val="solid"/>
                      <a:round/>
                      <a:headEnd len="sm" w="sm" type="none"/>
                      <a:tailEnd len="sm" w="sm" type="none"/>
                    </a:lnL>
                    <a:lnR cap="flat" cmpd="sng" w="7625">
                      <a:solidFill>
                        <a:srgbClr val="AAAAAA"/>
                      </a:solidFill>
                      <a:prstDash val="solid"/>
                      <a:round/>
                      <a:headEnd len="sm" w="sm" type="none"/>
                      <a:tailEnd len="sm" w="sm" type="none"/>
                    </a:lnR>
                    <a:lnT cap="flat" cmpd="sng" w="7625">
                      <a:solidFill>
                        <a:srgbClr val="AAAAAA"/>
                      </a:solidFill>
                      <a:prstDash val="solid"/>
                      <a:round/>
                      <a:headEnd len="sm" w="sm" type="none"/>
                      <a:tailEnd len="sm" w="sm" type="none"/>
                    </a:lnT>
                    <a:lnB cap="flat" cmpd="sng" w="7625">
                      <a:solidFill>
                        <a:srgbClr val="AAAAAA"/>
                      </a:solidFill>
                      <a:prstDash val="solid"/>
                      <a:round/>
                      <a:headEnd len="sm" w="sm" type="none"/>
                      <a:tailEnd len="sm" w="sm" type="none"/>
                    </a:lnB>
                    <a:solidFill>
                      <a:srgbClr val="FFFFFF"/>
                    </a:solidFill>
                  </a:tcPr>
                </a:tc>
              </a:tr>
              <a:tr h="402925">
                <a:tc>
                  <a:txBody>
                    <a:bodyPr/>
                    <a:lstStyle/>
                    <a:p>
                      <a:pPr indent="0" lvl="0" marL="0" rtl="0" algn="l">
                        <a:lnSpc>
                          <a:spcPct val="115000"/>
                        </a:lnSpc>
                        <a:spcBef>
                          <a:spcPts val="1200"/>
                        </a:spcBef>
                        <a:spcAft>
                          <a:spcPts val="0"/>
                        </a:spcAft>
                        <a:buNone/>
                      </a:pPr>
                      <a:r>
                        <a:rPr lang="en-US" sz="1000">
                          <a:solidFill>
                            <a:srgbClr val="595959"/>
                          </a:solidFill>
                        </a:rPr>
                        <a:t>Counties where milk was cheaper than soda</a:t>
                      </a:r>
                      <a:endParaRPr sz="1000">
                        <a:solidFill>
                          <a:srgbClr val="595959"/>
                        </a:solidFill>
                      </a:endParaRPr>
                    </a:p>
                  </a:txBody>
                  <a:tcPr marT="63500" marB="63500" marR="95250" marL="95250">
                    <a:lnL cap="flat" cmpd="sng" w="7625">
                      <a:solidFill>
                        <a:srgbClr val="AAAAAA"/>
                      </a:solidFill>
                      <a:prstDash val="solid"/>
                      <a:round/>
                      <a:headEnd len="sm" w="sm" type="none"/>
                      <a:tailEnd len="sm" w="sm" type="none"/>
                    </a:lnL>
                    <a:lnR cap="flat" cmpd="sng" w="7625">
                      <a:solidFill>
                        <a:srgbClr val="AAAAAA"/>
                      </a:solidFill>
                      <a:prstDash val="solid"/>
                      <a:round/>
                      <a:headEnd len="sm" w="sm" type="none"/>
                      <a:tailEnd len="sm" w="sm" type="none"/>
                    </a:lnR>
                    <a:lnT cap="flat" cmpd="sng" w="7625">
                      <a:solidFill>
                        <a:srgbClr val="AAAAAA"/>
                      </a:solidFill>
                      <a:prstDash val="solid"/>
                      <a:round/>
                      <a:headEnd len="sm" w="sm" type="none"/>
                      <a:tailEnd len="sm" w="sm" type="none"/>
                    </a:lnT>
                    <a:lnB cap="flat" cmpd="sng" w="7625">
                      <a:solidFill>
                        <a:srgbClr val="AAAAAA"/>
                      </a:solidFill>
                      <a:prstDash val="solid"/>
                      <a:round/>
                      <a:headEnd len="sm" w="sm" type="none"/>
                      <a:tailEnd len="sm" w="sm" type="none"/>
                    </a:lnB>
                    <a:solidFill>
                      <a:srgbClr val="FFFFFF"/>
                    </a:solidFill>
                  </a:tcPr>
                </a:tc>
                <a:tc>
                  <a:txBody>
                    <a:bodyPr/>
                    <a:lstStyle/>
                    <a:p>
                      <a:pPr indent="0" lvl="0" marL="0" rtl="0" algn="r">
                        <a:lnSpc>
                          <a:spcPct val="115000"/>
                        </a:lnSpc>
                        <a:spcBef>
                          <a:spcPts val="1200"/>
                        </a:spcBef>
                        <a:spcAft>
                          <a:spcPts val="0"/>
                        </a:spcAft>
                        <a:buNone/>
                      </a:pPr>
                      <a:r>
                        <a:rPr lang="en-US" sz="1000">
                          <a:solidFill>
                            <a:srgbClr val="595959"/>
                          </a:solidFill>
                        </a:rPr>
                        <a:t>1,059 (34%)</a:t>
                      </a:r>
                      <a:endParaRPr sz="1000">
                        <a:solidFill>
                          <a:srgbClr val="595959"/>
                        </a:solidFill>
                      </a:endParaRPr>
                    </a:p>
                  </a:txBody>
                  <a:tcPr marT="63500" marB="63500" marR="95250" marL="95250">
                    <a:lnL cap="flat" cmpd="sng" w="7625">
                      <a:solidFill>
                        <a:srgbClr val="AAAAAA"/>
                      </a:solidFill>
                      <a:prstDash val="solid"/>
                      <a:round/>
                      <a:headEnd len="sm" w="sm" type="none"/>
                      <a:tailEnd len="sm" w="sm" type="none"/>
                    </a:lnL>
                    <a:lnR cap="flat" cmpd="sng" w="7625">
                      <a:solidFill>
                        <a:srgbClr val="AAAAAA"/>
                      </a:solidFill>
                      <a:prstDash val="solid"/>
                      <a:round/>
                      <a:headEnd len="sm" w="sm" type="none"/>
                      <a:tailEnd len="sm" w="sm" type="none"/>
                    </a:lnR>
                    <a:lnT cap="flat" cmpd="sng" w="7625">
                      <a:solidFill>
                        <a:srgbClr val="AAAAAA"/>
                      </a:solidFill>
                      <a:prstDash val="solid"/>
                      <a:round/>
                      <a:headEnd len="sm" w="sm" type="none"/>
                      <a:tailEnd len="sm" w="sm" type="none"/>
                    </a:lnT>
                    <a:lnB cap="flat" cmpd="sng" w="7625">
                      <a:solidFill>
                        <a:srgbClr val="AAAAAA"/>
                      </a:solidFill>
                      <a:prstDash val="solid"/>
                      <a:round/>
                      <a:headEnd len="sm" w="sm" type="none"/>
                      <a:tailEnd len="sm" w="sm" type="none"/>
                    </a:lnB>
                    <a:solidFill>
                      <a:srgbClr val="FFFFFF"/>
                    </a:solidFill>
                  </a:tcPr>
                </a:tc>
              </a:tr>
              <a:tr h="279400">
                <a:tc>
                  <a:txBody>
                    <a:bodyPr/>
                    <a:lstStyle/>
                    <a:p>
                      <a:pPr indent="0" lvl="0" marL="0" rtl="0" algn="l">
                        <a:lnSpc>
                          <a:spcPct val="115000"/>
                        </a:lnSpc>
                        <a:spcBef>
                          <a:spcPts val="1200"/>
                        </a:spcBef>
                        <a:spcAft>
                          <a:spcPts val="0"/>
                        </a:spcAft>
                        <a:buNone/>
                      </a:pPr>
                      <a:r>
                        <a:rPr lang="en-US" sz="1000">
                          <a:solidFill>
                            <a:srgbClr val="595959"/>
                          </a:solidFill>
                        </a:rPr>
                        <a:t>National average milk price (2010)</a:t>
                      </a:r>
                      <a:endParaRPr sz="1000">
                        <a:solidFill>
                          <a:srgbClr val="595959"/>
                        </a:solidFill>
                      </a:endParaRPr>
                    </a:p>
                  </a:txBody>
                  <a:tcPr marT="63500" marB="63500" marR="95250" marL="95250">
                    <a:lnL cap="flat" cmpd="sng" w="7625">
                      <a:solidFill>
                        <a:srgbClr val="AAAAAA"/>
                      </a:solidFill>
                      <a:prstDash val="solid"/>
                      <a:round/>
                      <a:headEnd len="sm" w="sm" type="none"/>
                      <a:tailEnd len="sm" w="sm" type="none"/>
                    </a:lnL>
                    <a:lnR cap="flat" cmpd="sng" w="7625">
                      <a:solidFill>
                        <a:srgbClr val="AAAAAA"/>
                      </a:solidFill>
                      <a:prstDash val="solid"/>
                      <a:round/>
                      <a:headEnd len="sm" w="sm" type="none"/>
                      <a:tailEnd len="sm" w="sm" type="none"/>
                    </a:lnR>
                    <a:lnT cap="flat" cmpd="sng" w="7625">
                      <a:solidFill>
                        <a:srgbClr val="AAAAAA"/>
                      </a:solidFill>
                      <a:prstDash val="solid"/>
                      <a:round/>
                      <a:headEnd len="sm" w="sm" type="none"/>
                      <a:tailEnd len="sm" w="sm" type="none"/>
                    </a:lnT>
                    <a:lnB cap="flat" cmpd="sng" w="7625">
                      <a:solidFill>
                        <a:srgbClr val="AAAAAA"/>
                      </a:solidFill>
                      <a:prstDash val="solid"/>
                      <a:round/>
                      <a:headEnd len="sm" w="sm" type="none"/>
                      <a:tailEnd len="sm" w="sm" type="none"/>
                    </a:lnB>
                    <a:solidFill>
                      <a:srgbClr val="FFFFFF"/>
                    </a:solidFill>
                  </a:tcPr>
                </a:tc>
                <a:tc>
                  <a:txBody>
                    <a:bodyPr/>
                    <a:lstStyle/>
                    <a:p>
                      <a:pPr indent="0" lvl="0" marL="0" rtl="0" algn="r">
                        <a:lnSpc>
                          <a:spcPct val="115000"/>
                        </a:lnSpc>
                        <a:spcBef>
                          <a:spcPts val="1200"/>
                        </a:spcBef>
                        <a:spcAft>
                          <a:spcPts val="0"/>
                        </a:spcAft>
                        <a:buNone/>
                      </a:pPr>
                      <a:r>
                        <a:rPr lang="en-US" sz="1000">
                          <a:solidFill>
                            <a:srgbClr val="595959"/>
                          </a:solidFill>
                        </a:rPr>
                        <a:t>$0.99 / unit</a:t>
                      </a:r>
                      <a:endParaRPr sz="1000">
                        <a:solidFill>
                          <a:srgbClr val="595959"/>
                        </a:solidFill>
                      </a:endParaRPr>
                    </a:p>
                  </a:txBody>
                  <a:tcPr marT="63500" marB="63500" marR="95250" marL="95250">
                    <a:lnL cap="flat" cmpd="sng" w="7625">
                      <a:solidFill>
                        <a:srgbClr val="AAAAAA"/>
                      </a:solidFill>
                      <a:prstDash val="solid"/>
                      <a:round/>
                      <a:headEnd len="sm" w="sm" type="none"/>
                      <a:tailEnd len="sm" w="sm" type="none"/>
                    </a:lnL>
                    <a:lnR cap="flat" cmpd="sng" w="7625">
                      <a:solidFill>
                        <a:srgbClr val="AAAAAA"/>
                      </a:solidFill>
                      <a:prstDash val="solid"/>
                      <a:round/>
                      <a:headEnd len="sm" w="sm" type="none"/>
                      <a:tailEnd len="sm" w="sm" type="none"/>
                    </a:lnR>
                    <a:lnT cap="flat" cmpd="sng" w="7625">
                      <a:solidFill>
                        <a:srgbClr val="AAAAAA"/>
                      </a:solidFill>
                      <a:prstDash val="solid"/>
                      <a:round/>
                      <a:headEnd len="sm" w="sm" type="none"/>
                      <a:tailEnd len="sm" w="sm" type="none"/>
                    </a:lnT>
                    <a:lnB cap="flat" cmpd="sng" w="7625">
                      <a:solidFill>
                        <a:srgbClr val="AAAAAA"/>
                      </a:solidFill>
                      <a:prstDash val="solid"/>
                      <a:round/>
                      <a:headEnd len="sm" w="sm" type="none"/>
                      <a:tailEnd len="sm" w="sm" type="none"/>
                    </a:lnB>
                    <a:solidFill>
                      <a:srgbClr val="FFFFFF"/>
                    </a:solidFill>
                  </a:tcPr>
                </a:tc>
              </a:tr>
              <a:tr h="402925">
                <a:tc>
                  <a:txBody>
                    <a:bodyPr/>
                    <a:lstStyle/>
                    <a:p>
                      <a:pPr indent="0" lvl="0" marL="0" rtl="0" algn="l">
                        <a:lnSpc>
                          <a:spcPct val="115000"/>
                        </a:lnSpc>
                        <a:spcBef>
                          <a:spcPts val="1200"/>
                        </a:spcBef>
                        <a:spcAft>
                          <a:spcPts val="0"/>
                        </a:spcAft>
                        <a:buNone/>
                      </a:pPr>
                      <a:r>
                        <a:rPr lang="en-US" sz="1000">
                          <a:solidFill>
                            <a:srgbClr val="595959"/>
                          </a:solidFill>
                        </a:rPr>
                        <a:t>National average soda price (2010)</a:t>
                      </a:r>
                      <a:endParaRPr sz="1000">
                        <a:solidFill>
                          <a:srgbClr val="595959"/>
                        </a:solidFill>
                      </a:endParaRPr>
                    </a:p>
                  </a:txBody>
                  <a:tcPr marT="63500" marB="63500" marR="95250" marL="95250">
                    <a:lnL cap="flat" cmpd="sng" w="7625">
                      <a:solidFill>
                        <a:srgbClr val="AAAAAA"/>
                      </a:solidFill>
                      <a:prstDash val="solid"/>
                      <a:round/>
                      <a:headEnd len="sm" w="sm" type="none"/>
                      <a:tailEnd len="sm" w="sm" type="none"/>
                    </a:lnL>
                    <a:lnR cap="flat" cmpd="sng" w="7625">
                      <a:solidFill>
                        <a:srgbClr val="AAAAAA"/>
                      </a:solidFill>
                      <a:prstDash val="solid"/>
                      <a:round/>
                      <a:headEnd len="sm" w="sm" type="none"/>
                      <a:tailEnd len="sm" w="sm" type="none"/>
                    </a:lnR>
                    <a:lnT cap="flat" cmpd="sng" w="7625">
                      <a:solidFill>
                        <a:srgbClr val="AAAAAA"/>
                      </a:solidFill>
                      <a:prstDash val="solid"/>
                      <a:round/>
                      <a:headEnd len="sm" w="sm" type="none"/>
                      <a:tailEnd len="sm" w="sm" type="none"/>
                    </a:lnT>
                    <a:lnB cap="flat" cmpd="sng" w="7625">
                      <a:solidFill>
                        <a:srgbClr val="AAAAAA"/>
                      </a:solidFill>
                      <a:prstDash val="solid"/>
                      <a:round/>
                      <a:headEnd len="sm" w="sm" type="none"/>
                      <a:tailEnd len="sm" w="sm" type="none"/>
                    </a:lnB>
                    <a:solidFill>
                      <a:srgbClr val="FFFFFF"/>
                    </a:solidFill>
                  </a:tcPr>
                </a:tc>
                <a:tc>
                  <a:txBody>
                    <a:bodyPr/>
                    <a:lstStyle/>
                    <a:p>
                      <a:pPr indent="0" lvl="0" marL="0" rtl="0" algn="r">
                        <a:lnSpc>
                          <a:spcPct val="115000"/>
                        </a:lnSpc>
                        <a:spcBef>
                          <a:spcPts val="1200"/>
                        </a:spcBef>
                        <a:spcAft>
                          <a:spcPts val="0"/>
                        </a:spcAft>
                        <a:buNone/>
                      </a:pPr>
                      <a:r>
                        <a:rPr lang="en-US" sz="1000">
                          <a:solidFill>
                            <a:srgbClr val="595959"/>
                          </a:solidFill>
                        </a:rPr>
                        <a:t>$1.00 / unit</a:t>
                      </a:r>
                      <a:endParaRPr sz="1000">
                        <a:solidFill>
                          <a:srgbClr val="595959"/>
                        </a:solidFill>
                      </a:endParaRPr>
                    </a:p>
                  </a:txBody>
                  <a:tcPr marT="63500" marB="63500" marR="95250" marL="95250">
                    <a:lnL cap="flat" cmpd="sng" w="7625">
                      <a:solidFill>
                        <a:srgbClr val="AAAAAA"/>
                      </a:solidFill>
                      <a:prstDash val="solid"/>
                      <a:round/>
                      <a:headEnd len="sm" w="sm" type="none"/>
                      <a:tailEnd len="sm" w="sm" type="none"/>
                    </a:lnL>
                    <a:lnR cap="flat" cmpd="sng" w="7625">
                      <a:solidFill>
                        <a:srgbClr val="AAAAAA"/>
                      </a:solidFill>
                      <a:prstDash val="solid"/>
                      <a:round/>
                      <a:headEnd len="sm" w="sm" type="none"/>
                      <a:tailEnd len="sm" w="sm" type="none"/>
                    </a:lnR>
                    <a:lnT cap="flat" cmpd="sng" w="7625">
                      <a:solidFill>
                        <a:srgbClr val="AAAAAA"/>
                      </a:solidFill>
                      <a:prstDash val="solid"/>
                      <a:round/>
                      <a:headEnd len="sm" w="sm" type="none"/>
                      <a:tailEnd len="sm" w="sm" type="none"/>
                    </a:lnT>
                    <a:lnB cap="flat" cmpd="sng" w="7625">
                      <a:solidFill>
                        <a:srgbClr val="AAAAAA"/>
                      </a:solidFill>
                      <a:prstDash val="solid"/>
                      <a:round/>
                      <a:headEnd len="sm" w="sm" type="none"/>
                      <a:tailEnd len="sm" w="sm" type="none"/>
                    </a:lnB>
                    <a:solidFill>
                      <a:srgbClr val="FFFFFF"/>
                    </a:solidFill>
                  </a:tcPr>
                </a:tc>
              </a:tr>
              <a:tr h="402925">
                <a:tc>
                  <a:txBody>
                    <a:bodyPr/>
                    <a:lstStyle/>
                    <a:p>
                      <a:pPr indent="0" lvl="0" marL="0" rtl="0" algn="l">
                        <a:lnSpc>
                          <a:spcPct val="115000"/>
                        </a:lnSpc>
                        <a:spcBef>
                          <a:spcPts val="1200"/>
                        </a:spcBef>
                        <a:spcAft>
                          <a:spcPts val="0"/>
                        </a:spcAft>
                        <a:buNone/>
                      </a:pPr>
                      <a:r>
                        <a:rPr lang="en-US" sz="1000">
                          <a:solidFill>
                            <a:srgbClr val="595959"/>
                          </a:solidFill>
                        </a:rPr>
                        <a:t>Average milk-to-soda ratio (by state)</a:t>
                      </a:r>
                      <a:endParaRPr sz="1000">
                        <a:solidFill>
                          <a:srgbClr val="595959"/>
                        </a:solidFill>
                      </a:endParaRPr>
                    </a:p>
                  </a:txBody>
                  <a:tcPr marT="63500" marB="63500" marR="95250" marL="95250">
                    <a:lnL cap="flat" cmpd="sng" w="7625">
                      <a:solidFill>
                        <a:srgbClr val="AAAAAA"/>
                      </a:solidFill>
                      <a:prstDash val="solid"/>
                      <a:round/>
                      <a:headEnd len="sm" w="sm" type="none"/>
                      <a:tailEnd len="sm" w="sm" type="none"/>
                    </a:lnL>
                    <a:lnR cap="flat" cmpd="sng" w="7625">
                      <a:solidFill>
                        <a:srgbClr val="AAAAAA"/>
                      </a:solidFill>
                      <a:prstDash val="solid"/>
                      <a:round/>
                      <a:headEnd len="sm" w="sm" type="none"/>
                      <a:tailEnd len="sm" w="sm" type="none"/>
                    </a:lnR>
                    <a:lnT cap="flat" cmpd="sng" w="7625">
                      <a:solidFill>
                        <a:srgbClr val="AAAAAA"/>
                      </a:solidFill>
                      <a:prstDash val="solid"/>
                      <a:round/>
                      <a:headEnd len="sm" w="sm" type="none"/>
                      <a:tailEnd len="sm" w="sm" type="none"/>
                    </a:lnT>
                    <a:lnB cap="flat" cmpd="sng" w="7625">
                      <a:solidFill>
                        <a:srgbClr val="AAAAAA"/>
                      </a:solidFill>
                      <a:prstDash val="solid"/>
                      <a:round/>
                      <a:headEnd len="sm" w="sm" type="none"/>
                      <a:tailEnd len="sm" w="sm" type="none"/>
                    </a:lnB>
                    <a:solidFill>
                      <a:srgbClr val="FFFFFF"/>
                    </a:solidFill>
                  </a:tcPr>
                </a:tc>
                <a:tc>
                  <a:txBody>
                    <a:bodyPr/>
                    <a:lstStyle/>
                    <a:p>
                      <a:pPr indent="0" lvl="0" marL="0" rtl="0" algn="r">
                        <a:lnSpc>
                          <a:spcPct val="115000"/>
                        </a:lnSpc>
                        <a:spcBef>
                          <a:spcPts val="1200"/>
                        </a:spcBef>
                        <a:spcAft>
                          <a:spcPts val="0"/>
                        </a:spcAft>
                        <a:buNone/>
                      </a:pPr>
                      <a:r>
                        <a:rPr lang="en-US" sz="1000">
                          <a:solidFill>
                            <a:srgbClr val="595959"/>
                          </a:solidFill>
                        </a:rPr>
                        <a:t>0.91</a:t>
                      </a:r>
                      <a:endParaRPr sz="1000">
                        <a:solidFill>
                          <a:srgbClr val="595959"/>
                        </a:solidFill>
                      </a:endParaRPr>
                    </a:p>
                  </a:txBody>
                  <a:tcPr marT="63500" marB="63500" marR="95250" marL="95250">
                    <a:lnL cap="flat" cmpd="sng" w="7625">
                      <a:solidFill>
                        <a:srgbClr val="AAAAAA"/>
                      </a:solidFill>
                      <a:prstDash val="solid"/>
                      <a:round/>
                      <a:headEnd len="sm" w="sm" type="none"/>
                      <a:tailEnd len="sm" w="sm" type="none"/>
                    </a:lnL>
                    <a:lnR cap="flat" cmpd="sng" w="7625">
                      <a:solidFill>
                        <a:srgbClr val="AAAAAA"/>
                      </a:solidFill>
                      <a:prstDash val="solid"/>
                      <a:round/>
                      <a:headEnd len="sm" w="sm" type="none"/>
                      <a:tailEnd len="sm" w="sm" type="none"/>
                    </a:lnR>
                    <a:lnT cap="flat" cmpd="sng" w="7625">
                      <a:solidFill>
                        <a:srgbClr val="AAAAAA"/>
                      </a:solidFill>
                      <a:prstDash val="solid"/>
                      <a:round/>
                      <a:headEnd len="sm" w="sm" type="none"/>
                      <a:tailEnd len="sm" w="sm" type="none"/>
                    </a:lnT>
                    <a:lnB cap="flat" cmpd="sng" w="7625">
                      <a:solidFill>
                        <a:srgbClr val="AAAAAA"/>
                      </a:solidFill>
                      <a:prstDash val="solid"/>
                      <a:round/>
                      <a:headEnd len="sm" w="sm" type="none"/>
                      <a:tailEnd len="sm" w="sm" type="none"/>
                    </a:lnB>
                    <a:solidFill>
                      <a:srgbClr val="FFFFFF"/>
                    </a:solidFill>
                  </a:tcPr>
                </a:tc>
              </a:tr>
            </a:tbl>
          </a:graphicData>
        </a:graphic>
      </p:graphicFrame>
      <p:sp>
        <p:nvSpPr>
          <p:cNvPr id="226" name="Google Shape;226;p26"/>
          <p:cNvSpPr txBox="1"/>
          <p:nvPr/>
        </p:nvSpPr>
        <p:spPr>
          <a:xfrm>
            <a:off x="4514950" y="0"/>
            <a:ext cx="5408100" cy="40767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400"/>
              </a:spcBef>
              <a:spcAft>
                <a:spcPts val="0"/>
              </a:spcAft>
              <a:buClr>
                <a:schemeClr val="dk1"/>
              </a:buClr>
              <a:buSzPts val="1800"/>
              <a:buFont typeface="IBM Plex Sans"/>
              <a:buChar char="●"/>
            </a:pPr>
            <a:r>
              <a:rPr lang="en-US" sz="1800">
                <a:solidFill>
                  <a:schemeClr val="dk1"/>
                </a:solidFill>
                <a:latin typeface="IBM Plex Sans"/>
                <a:ea typeface="IBM Plex Sans"/>
                <a:cs typeface="IBM Plex Sans"/>
                <a:sym typeface="IBM Plex Sans"/>
              </a:rPr>
              <a:t>It often seems that the </a:t>
            </a:r>
            <a:r>
              <a:rPr lang="en-US" sz="1800">
                <a:solidFill>
                  <a:schemeClr val="dk1"/>
                </a:solidFill>
                <a:latin typeface="IBM Plex Sans"/>
                <a:ea typeface="IBM Plex Sans"/>
                <a:cs typeface="IBM Plex Sans"/>
                <a:sym typeface="IBM Plex Sans"/>
              </a:rPr>
              <a:t>healthier</a:t>
            </a:r>
            <a:r>
              <a:rPr lang="en-US" sz="1800">
                <a:solidFill>
                  <a:schemeClr val="dk1"/>
                </a:solidFill>
                <a:latin typeface="IBM Plex Sans"/>
                <a:ea typeface="IBM Plex Sans"/>
                <a:cs typeface="IBM Plex Sans"/>
                <a:sym typeface="IBM Plex Sans"/>
              </a:rPr>
              <a:t> options for food is </a:t>
            </a:r>
            <a:r>
              <a:rPr lang="en-US" sz="1800">
                <a:solidFill>
                  <a:schemeClr val="dk1"/>
                </a:solidFill>
                <a:latin typeface="IBM Plex Sans"/>
                <a:ea typeface="IBM Plex Sans"/>
                <a:cs typeface="IBM Plex Sans"/>
                <a:sym typeface="IBM Plex Sans"/>
              </a:rPr>
              <a:t>always</a:t>
            </a:r>
            <a:r>
              <a:rPr lang="en-US" sz="1800">
                <a:solidFill>
                  <a:schemeClr val="dk1"/>
                </a:solidFill>
                <a:latin typeface="IBM Plex Sans"/>
                <a:ea typeface="IBM Plex Sans"/>
                <a:cs typeface="IBM Plex Sans"/>
                <a:sym typeface="IBM Plex Sans"/>
              </a:rPr>
              <a:t> the more </a:t>
            </a:r>
            <a:r>
              <a:rPr lang="en-US" sz="1800">
                <a:solidFill>
                  <a:schemeClr val="dk1"/>
                </a:solidFill>
                <a:latin typeface="IBM Plex Sans"/>
                <a:ea typeface="IBM Plex Sans"/>
                <a:cs typeface="IBM Plex Sans"/>
                <a:sym typeface="IBM Plex Sans"/>
              </a:rPr>
              <a:t>convenient</a:t>
            </a:r>
            <a:r>
              <a:rPr lang="en-US" sz="1800">
                <a:solidFill>
                  <a:schemeClr val="dk1"/>
                </a:solidFill>
                <a:latin typeface="IBM Plex Sans"/>
                <a:ea typeface="IBM Plex Sans"/>
                <a:cs typeface="IBM Plex Sans"/>
                <a:sym typeface="IBM Plex Sans"/>
              </a:rPr>
              <a:t> </a:t>
            </a:r>
            <a:r>
              <a:rPr lang="en-US" sz="1800">
                <a:solidFill>
                  <a:schemeClr val="dk1"/>
                </a:solidFill>
                <a:latin typeface="IBM Plex Sans"/>
                <a:ea typeface="IBM Plex Sans"/>
                <a:cs typeface="IBM Plex Sans"/>
                <a:sym typeface="IBM Plex Sans"/>
              </a:rPr>
              <a:t>choice</a:t>
            </a:r>
            <a:r>
              <a:rPr lang="en-US" sz="1800">
                <a:solidFill>
                  <a:schemeClr val="dk1"/>
                </a:solidFill>
                <a:latin typeface="IBM Plex Sans"/>
                <a:ea typeface="IBM Plex Sans"/>
                <a:cs typeface="IBM Plex Sans"/>
                <a:sym typeface="IBM Plex Sans"/>
              </a:rPr>
              <a:t>, we hope to determine how large of a gap, if any, has been created economically to push people to take the less health option. </a:t>
            </a:r>
            <a:endParaRPr sz="1800">
              <a:solidFill>
                <a:schemeClr val="dk1"/>
              </a:solidFill>
              <a:latin typeface="IBM Plex Sans"/>
              <a:ea typeface="IBM Plex Sans"/>
              <a:cs typeface="IBM Plex Sans"/>
              <a:sym typeface="IBM Plex Sans"/>
            </a:endParaRPr>
          </a:p>
          <a:p>
            <a:pPr indent="-342900" lvl="0" marL="457200" rtl="0" algn="l">
              <a:lnSpc>
                <a:spcPct val="115000"/>
              </a:lnSpc>
              <a:spcBef>
                <a:spcPts val="0"/>
              </a:spcBef>
              <a:spcAft>
                <a:spcPts val="0"/>
              </a:spcAft>
              <a:buClr>
                <a:schemeClr val="dk1"/>
              </a:buClr>
              <a:buSzPts val="1800"/>
              <a:buFont typeface="IBM Plex Sans"/>
              <a:buChar char="●"/>
            </a:pPr>
            <a:r>
              <a:rPr lang="en-US" sz="1800">
                <a:solidFill>
                  <a:schemeClr val="dk1"/>
                </a:solidFill>
                <a:latin typeface="IBM Plex Sans"/>
                <a:ea typeface="IBM Plex Sans"/>
                <a:cs typeface="IBM Plex Sans"/>
                <a:sym typeface="IBM Plex Sans"/>
              </a:rPr>
              <a:t>In nearly two thirds of all U.S. counties, soda is a cheaper option than water for sale. This pricing dynamic, often shaped by agricultural subsidies and distribution infrastructure has significant implications for pushing predetermined dietary choices, particularly in lower income communities where cost is a primary driver of food selection.</a:t>
            </a:r>
            <a:endParaRPr sz="1800">
              <a:solidFill>
                <a:schemeClr val="dk1"/>
              </a:solidFill>
              <a:latin typeface="IBM Plex Sans"/>
              <a:ea typeface="IBM Plex Sans"/>
              <a:cs typeface="IBM Plex Sans"/>
              <a:sym typeface="IBM Plex Sans"/>
            </a:endParaRPr>
          </a:p>
          <a:p>
            <a:pPr indent="0" lvl="0" marL="0" rtl="0" algn="l">
              <a:lnSpc>
                <a:spcPct val="115000"/>
              </a:lnSpc>
              <a:spcBef>
                <a:spcPts val="400"/>
              </a:spcBef>
              <a:spcAft>
                <a:spcPts val="400"/>
              </a:spcAft>
              <a:buNone/>
            </a:pPr>
            <a:r>
              <a:t/>
            </a:r>
            <a:endParaRPr sz="1800">
              <a:solidFill>
                <a:schemeClr val="dk1"/>
              </a:solidFill>
              <a:latin typeface="IBM Plex Sans"/>
              <a:ea typeface="IBM Plex Sans"/>
              <a:cs typeface="IBM Plex Sans"/>
              <a:sym typeface="IBM Plex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7"/>
          <p:cNvSpPr txBox="1"/>
          <p:nvPr>
            <p:ph type="title"/>
          </p:nvPr>
        </p:nvSpPr>
        <p:spPr>
          <a:xfrm>
            <a:off x="838200" y="152400"/>
            <a:ext cx="10515600" cy="1219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APIs and Libraries Used </a:t>
            </a:r>
            <a:endParaRPr/>
          </a:p>
        </p:txBody>
      </p:sp>
      <p:sp>
        <p:nvSpPr>
          <p:cNvPr id="233" name="Google Shape;233;p27"/>
          <p:cNvSpPr txBox="1"/>
          <p:nvPr>
            <p:ph idx="1" type="body"/>
          </p:nvPr>
        </p:nvSpPr>
        <p:spPr>
          <a:xfrm>
            <a:off x="0" y="1371600"/>
            <a:ext cx="9283200" cy="2083500"/>
          </a:xfrm>
          <a:prstGeom prst="rect">
            <a:avLst/>
          </a:prstGeom>
        </p:spPr>
        <p:txBody>
          <a:bodyPr anchorCtr="0" anchor="t" bIns="45700" lIns="91425" spcFirstLastPara="1" rIns="91425" wrap="square" tIns="45700">
            <a:normAutofit/>
          </a:bodyPr>
          <a:lstStyle/>
          <a:p>
            <a:pPr indent="-330200" lvl="0" marL="457200" rtl="0" algn="l">
              <a:lnSpc>
                <a:spcPct val="115000"/>
              </a:lnSpc>
              <a:spcBef>
                <a:spcPts val="1200"/>
              </a:spcBef>
              <a:spcAft>
                <a:spcPts val="0"/>
              </a:spcAft>
              <a:buSzPts val="1600"/>
              <a:buFont typeface="IBM Plex Sans"/>
              <a:buChar char="●"/>
            </a:pPr>
            <a:r>
              <a:rPr lang="en-US" sz="1600"/>
              <a:t>Pandas (pd)</a:t>
            </a:r>
            <a:endParaRPr sz="1600"/>
          </a:p>
          <a:p>
            <a:pPr indent="-330200" lvl="1" marL="914400" rtl="0" algn="l">
              <a:lnSpc>
                <a:spcPct val="115000"/>
              </a:lnSpc>
              <a:spcBef>
                <a:spcPts val="0"/>
              </a:spcBef>
              <a:spcAft>
                <a:spcPts val="0"/>
              </a:spcAft>
              <a:buSzPts val="1600"/>
              <a:buFont typeface="IBM Plex Sans"/>
              <a:buChar char="○"/>
            </a:pPr>
            <a:r>
              <a:rPr lang="en-US" sz="1600"/>
              <a:t>A data analysis library that provides DataFrame and Series structures for organizing, cleaning, and manipulating structured datasets.</a:t>
            </a:r>
            <a:endParaRPr sz="1600"/>
          </a:p>
          <a:p>
            <a:pPr indent="-330200" lvl="0" marL="457200" rtl="0" algn="l">
              <a:lnSpc>
                <a:spcPct val="115000"/>
              </a:lnSpc>
              <a:spcBef>
                <a:spcPts val="0"/>
              </a:spcBef>
              <a:spcAft>
                <a:spcPts val="0"/>
              </a:spcAft>
              <a:buSzPts val="1600"/>
              <a:buFont typeface="IBM Plex Sans"/>
              <a:buChar char="●"/>
            </a:pPr>
            <a:r>
              <a:rPr lang="en-US" sz="1600"/>
              <a:t>Seaborn (sns)</a:t>
            </a:r>
            <a:endParaRPr sz="1600"/>
          </a:p>
          <a:p>
            <a:pPr indent="-330200" lvl="1" marL="914400" rtl="0" algn="l">
              <a:lnSpc>
                <a:spcPct val="115000"/>
              </a:lnSpc>
              <a:spcBef>
                <a:spcPts val="0"/>
              </a:spcBef>
              <a:spcAft>
                <a:spcPts val="0"/>
              </a:spcAft>
              <a:buSzPts val="1600"/>
              <a:buFont typeface="IBM Plex Sans"/>
              <a:buChar char="○"/>
            </a:pPr>
            <a:r>
              <a:rPr lang="en-US" sz="1600"/>
              <a:t>A visualization library built on Matplotlib that specializes in statistical graphics and simplifies the creation of structured, informative plots.</a:t>
            </a:r>
            <a:endParaRPr sz="1600"/>
          </a:p>
        </p:txBody>
      </p:sp>
      <p:sp>
        <p:nvSpPr>
          <p:cNvPr id="234" name="Google Shape;234;p27"/>
          <p:cNvSpPr txBox="1"/>
          <p:nvPr>
            <p:ph idx="12" type="sldNum"/>
          </p:nvPr>
        </p:nvSpPr>
        <p:spPr>
          <a:xfrm>
            <a:off x="11506200" y="6370636"/>
            <a:ext cx="495300" cy="365100"/>
          </a:xfrm>
          <a:prstGeom prst="rect">
            <a:avLst/>
          </a:prstGeom>
        </p:spPr>
        <p:txBody>
          <a:bodyPr anchorCtr="0" anchor="ctr" bIns="45700" lIns="0"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35" name="Google Shape;235;p27"/>
          <p:cNvPicPr preferRelativeResize="0"/>
          <p:nvPr/>
        </p:nvPicPr>
        <p:blipFill>
          <a:blip r:embed="rId3">
            <a:alphaModFix/>
          </a:blip>
          <a:stretch>
            <a:fillRect/>
          </a:stretch>
        </p:blipFill>
        <p:spPr>
          <a:xfrm>
            <a:off x="6375077" y="3455100"/>
            <a:ext cx="5816923" cy="3402900"/>
          </a:xfrm>
          <a:prstGeom prst="rect">
            <a:avLst/>
          </a:prstGeom>
          <a:noFill/>
          <a:ln>
            <a:noFill/>
          </a:ln>
        </p:spPr>
      </p:pic>
      <p:sp>
        <p:nvSpPr>
          <p:cNvPr id="236" name="Google Shape;236;p27"/>
          <p:cNvSpPr txBox="1"/>
          <p:nvPr/>
        </p:nvSpPr>
        <p:spPr>
          <a:xfrm>
            <a:off x="0" y="2985300"/>
            <a:ext cx="6777300" cy="39834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Numpy (np)</a:t>
            </a:r>
            <a:endParaRPr sz="1600">
              <a:solidFill>
                <a:schemeClr val="dk1"/>
              </a:solidFill>
              <a:latin typeface="IBM Plex Sans"/>
              <a:ea typeface="IBM Plex Sans"/>
              <a:cs typeface="IBM Plex Sans"/>
              <a:sym typeface="IBM Plex Sans"/>
            </a:endParaRPr>
          </a:p>
          <a:p>
            <a:pPr indent="-330200" lvl="1" marL="914400" rtl="0" algn="l">
              <a:lnSpc>
                <a:spcPct val="115000"/>
              </a:lnSpc>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A numerical computing library that supports array-based operations, linear algebra, and efficient mathematical computations.</a:t>
            </a:r>
            <a:endParaRPr sz="1600">
              <a:solidFill>
                <a:schemeClr val="dk1"/>
              </a:solidFill>
              <a:latin typeface="IBM Plex Sans"/>
              <a:ea typeface="IBM Plex Sans"/>
              <a:cs typeface="IBM Plex Sans"/>
              <a:sym typeface="IBM Plex Sans"/>
            </a:endParaRPr>
          </a:p>
          <a:p>
            <a:pPr indent="-330200" lvl="0" marL="457200" rtl="0" algn="l">
              <a:lnSpc>
                <a:spcPct val="115000"/>
              </a:lnSpc>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Matplotlib (mpl)</a:t>
            </a:r>
            <a:endParaRPr sz="1600">
              <a:solidFill>
                <a:schemeClr val="dk1"/>
              </a:solidFill>
              <a:latin typeface="IBM Plex Sans"/>
              <a:ea typeface="IBM Plex Sans"/>
              <a:cs typeface="IBM Plex Sans"/>
              <a:sym typeface="IBM Plex Sans"/>
            </a:endParaRPr>
          </a:p>
          <a:p>
            <a:pPr indent="-330200" lvl="1" marL="914400" rtl="0" algn="l">
              <a:lnSpc>
                <a:spcPct val="115000"/>
              </a:lnSpc>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A plotting library that provides the underlying framework for generating a wide range of static and interactive visualizations.</a:t>
            </a:r>
            <a:endParaRPr sz="1600">
              <a:solidFill>
                <a:schemeClr val="dk1"/>
              </a:solidFill>
              <a:latin typeface="IBM Plex Sans"/>
              <a:ea typeface="IBM Plex Sans"/>
              <a:cs typeface="IBM Plex Sans"/>
              <a:sym typeface="IBM Plex Sans"/>
            </a:endParaRPr>
          </a:p>
          <a:p>
            <a:pPr indent="-330200" lvl="0" marL="457200" rtl="0" algn="l">
              <a:lnSpc>
                <a:spcPct val="115000"/>
              </a:lnSpc>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Matplotlib.pyplot (plt)</a:t>
            </a:r>
            <a:endParaRPr sz="1600">
              <a:solidFill>
                <a:schemeClr val="dk1"/>
              </a:solidFill>
              <a:latin typeface="IBM Plex Sans"/>
              <a:ea typeface="IBM Plex Sans"/>
              <a:cs typeface="IBM Plex Sans"/>
              <a:sym typeface="IBM Plex Sans"/>
            </a:endParaRPr>
          </a:p>
          <a:p>
            <a:pPr indent="-330200" lvl="1" marL="914400" rtl="0" algn="l">
              <a:lnSpc>
                <a:spcPct val="115000"/>
              </a:lnSpc>
              <a:spcBef>
                <a:spcPts val="0"/>
              </a:spcBef>
              <a:spcAft>
                <a:spcPts val="0"/>
              </a:spcAft>
              <a:buClr>
                <a:schemeClr val="dk1"/>
              </a:buClr>
              <a:buSzPts val="1600"/>
              <a:buFont typeface="IBM Plex Sans"/>
              <a:buChar char="○"/>
            </a:pPr>
            <a:r>
              <a:rPr lang="en-US" sz="1600">
                <a:solidFill>
                  <a:schemeClr val="dk1"/>
                </a:solidFill>
                <a:latin typeface="IBM Plex Sans"/>
                <a:ea typeface="IBM Plex Sans"/>
                <a:cs typeface="IBM Plex Sans"/>
                <a:sym typeface="IBM Plex Sans"/>
              </a:rPr>
              <a:t>A module within Matplotlib that offers a procedural interface for creating and modifying plots through sequential commands.</a:t>
            </a:r>
            <a:endParaRPr sz="1600">
              <a:solidFill>
                <a:schemeClr val="dk1"/>
              </a:solidFill>
              <a:latin typeface="IBM Plex Sans"/>
              <a:ea typeface="IBM Plex Sans"/>
              <a:cs typeface="IBM Plex Sans"/>
              <a:sym typeface="IBM Plex Sans"/>
            </a:endParaRPr>
          </a:p>
          <a:p>
            <a:pPr indent="0" lvl="0" marL="0" rtl="0" algn="l">
              <a:spcBef>
                <a:spcPts val="1200"/>
              </a:spcBef>
              <a:spcAft>
                <a:spcPts val="0"/>
              </a:spcAft>
              <a:buNone/>
            </a:pPr>
            <a:r>
              <a:t/>
            </a:r>
            <a:endParaRPr sz="1600">
              <a:solidFill>
                <a:schemeClr val="dk1"/>
              </a:solidFill>
              <a:latin typeface="IBM Plex Sans"/>
              <a:ea typeface="IBM Plex Sans"/>
              <a:cs typeface="IBM Plex Sans"/>
              <a:sym typeface="IBM Plex Sans"/>
            </a:endParaRPr>
          </a:p>
        </p:txBody>
      </p:sp>
      <p:pic>
        <p:nvPicPr>
          <p:cNvPr id="237" name="Google Shape;237;p27"/>
          <p:cNvPicPr preferRelativeResize="0"/>
          <p:nvPr/>
        </p:nvPicPr>
        <p:blipFill>
          <a:blip r:embed="rId4">
            <a:alphaModFix/>
          </a:blip>
          <a:stretch>
            <a:fillRect/>
          </a:stretch>
        </p:blipFill>
        <p:spPr>
          <a:xfrm>
            <a:off x="8536525" y="152400"/>
            <a:ext cx="3402899" cy="34028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8"/>
          <p:cNvSpPr txBox="1"/>
          <p:nvPr>
            <p:ph idx="1" type="body"/>
          </p:nvPr>
        </p:nvSpPr>
        <p:spPr>
          <a:xfrm>
            <a:off x="190500" y="1219200"/>
            <a:ext cx="5488200" cy="4991100"/>
          </a:xfrm>
          <a:prstGeom prst="rect">
            <a:avLst/>
          </a:prstGeom>
        </p:spPr>
        <p:txBody>
          <a:bodyPr anchorCtr="0" anchor="t" bIns="45700" lIns="91425" spcFirstLastPara="1" rIns="91425" wrap="square" tIns="45700">
            <a:normAutofit/>
          </a:bodyPr>
          <a:lstStyle/>
          <a:p>
            <a:pPr indent="-361950" lvl="0" marL="457200" rtl="0" algn="l">
              <a:lnSpc>
                <a:spcPct val="115000"/>
              </a:lnSpc>
              <a:spcBef>
                <a:spcPts val="1200"/>
              </a:spcBef>
              <a:spcAft>
                <a:spcPts val="0"/>
              </a:spcAft>
              <a:buSzPts val="2100"/>
              <a:buFont typeface="IBM Plex Sans"/>
              <a:buChar char="●"/>
            </a:pPr>
            <a:r>
              <a:rPr lang="en-US" sz="2100"/>
              <a:t>Heavy </a:t>
            </a:r>
            <a:r>
              <a:rPr lang="en-US" sz="2100"/>
              <a:t>involvement</a:t>
            </a:r>
            <a:r>
              <a:rPr lang="en-US" sz="2100"/>
              <a:t> and use of Linear Regression for both Wage and Inflation question analysis.</a:t>
            </a:r>
            <a:endParaRPr sz="2100"/>
          </a:p>
          <a:p>
            <a:pPr indent="-361950" lvl="1" marL="914400" rtl="0" algn="l">
              <a:lnSpc>
                <a:spcPct val="115000"/>
              </a:lnSpc>
              <a:spcBef>
                <a:spcPts val="0"/>
              </a:spcBef>
              <a:spcAft>
                <a:spcPts val="0"/>
              </a:spcAft>
              <a:buSzPts val="2100"/>
              <a:buChar char="○"/>
            </a:pPr>
            <a:r>
              <a:rPr lang="en-US" sz="2100"/>
              <a:t>Regression</a:t>
            </a:r>
            <a:r>
              <a:rPr lang="en-US" sz="2100"/>
              <a:t> and training proves to remain effective in showing general trends of data and allowing for further analysis</a:t>
            </a:r>
            <a:endParaRPr sz="2100"/>
          </a:p>
          <a:p>
            <a:pPr indent="-361950" lvl="1" marL="914400" rtl="0" algn="l">
              <a:lnSpc>
                <a:spcPct val="115000"/>
              </a:lnSpc>
              <a:spcBef>
                <a:spcPts val="0"/>
              </a:spcBef>
              <a:spcAft>
                <a:spcPts val="0"/>
              </a:spcAft>
              <a:buSzPts val="2100"/>
              <a:buChar char="○"/>
            </a:pPr>
            <a:r>
              <a:rPr lang="en-US" sz="2100"/>
              <a:t>Trends of food costs, inflation, and wages provide slight skewed influence on regression model as seen in the surge of prices and inflation around and after the 2020 pandemic.</a:t>
            </a:r>
            <a:endParaRPr sz="2100"/>
          </a:p>
        </p:txBody>
      </p:sp>
      <p:sp>
        <p:nvSpPr>
          <p:cNvPr id="244" name="Google Shape;244;p28"/>
          <p:cNvSpPr txBox="1"/>
          <p:nvPr>
            <p:ph type="title"/>
          </p:nvPr>
        </p:nvSpPr>
        <p:spPr>
          <a:xfrm>
            <a:off x="838200" y="0"/>
            <a:ext cx="10515600" cy="1219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Tools and Materials Used</a:t>
            </a:r>
            <a:endParaRPr/>
          </a:p>
        </p:txBody>
      </p:sp>
      <p:sp>
        <p:nvSpPr>
          <p:cNvPr id="245" name="Google Shape;245;p28"/>
          <p:cNvSpPr txBox="1"/>
          <p:nvPr>
            <p:ph idx="12" type="sldNum"/>
          </p:nvPr>
        </p:nvSpPr>
        <p:spPr>
          <a:xfrm>
            <a:off x="11506200" y="6370636"/>
            <a:ext cx="495300" cy="365100"/>
          </a:xfrm>
          <a:prstGeom prst="rect">
            <a:avLst/>
          </a:prstGeom>
        </p:spPr>
        <p:txBody>
          <a:bodyPr anchorCtr="0" anchor="ctr" bIns="45700" lIns="0"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46" name="Google Shape;246;p28"/>
          <p:cNvPicPr preferRelativeResize="0"/>
          <p:nvPr/>
        </p:nvPicPr>
        <p:blipFill>
          <a:blip r:embed="rId3">
            <a:alphaModFix/>
          </a:blip>
          <a:stretch>
            <a:fillRect/>
          </a:stretch>
        </p:blipFill>
        <p:spPr>
          <a:xfrm>
            <a:off x="5678675" y="3450175"/>
            <a:ext cx="6513325" cy="3407825"/>
          </a:xfrm>
          <a:prstGeom prst="rect">
            <a:avLst/>
          </a:prstGeom>
          <a:noFill/>
          <a:ln>
            <a:noFill/>
          </a:ln>
        </p:spPr>
      </p:pic>
      <p:pic>
        <p:nvPicPr>
          <p:cNvPr id="247" name="Google Shape;247;p28"/>
          <p:cNvPicPr preferRelativeResize="0"/>
          <p:nvPr/>
        </p:nvPicPr>
        <p:blipFill>
          <a:blip r:embed="rId4">
            <a:alphaModFix/>
          </a:blip>
          <a:stretch>
            <a:fillRect/>
          </a:stretch>
        </p:blipFill>
        <p:spPr>
          <a:xfrm>
            <a:off x="7753251" y="0"/>
            <a:ext cx="3995731" cy="3450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9"/>
          <p:cNvSpPr txBox="1"/>
          <p:nvPr>
            <p:ph idx="12" type="sldNum"/>
          </p:nvPr>
        </p:nvSpPr>
        <p:spPr>
          <a:xfrm>
            <a:off x="11506200" y="6370636"/>
            <a:ext cx="495300" cy="365100"/>
          </a:xfrm>
          <a:prstGeom prst="rect">
            <a:avLst/>
          </a:prstGeom>
        </p:spPr>
        <p:txBody>
          <a:bodyPr anchorCtr="0" anchor="ctr" bIns="45700" lIns="0" spcFirstLastPara="1" rIns="91425" wrap="square" tIns="45700">
            <a:noAutofit/>
          </a:bodyPr>
          <a:lstStyle/>
          <a:p>
            <a:pPr indent="0" lvl="0" marL="0" rtl="0" algn="r">
              <a:spcBef>
                <a:spcPts val="0"/>
              </a:spcBef>
              <a:spcAft>
                <a:spcPts val="0"/>
              </a:spcAft>
              <a:buClr>
                <a:srgbClr val="000000"/>
              </a:buClr>
              <a:buFont typeface="Arial"/>
              <a:buNone/>
            </a:pPr>
            <a:r>
              <a:rPr lang="en-US"/>
              <a:t>  |    </a:t>
            </a:r>
            <a:fld id="{00000000-1234-1234-1234-123412341234}" type="slidenum">
              <a:rPr lang="en-US"/>
              <a:t>‹#›</a:t>
            </a:fld>
            <a:endParaRPr/>
          </a:p>
        </p:txBody>
      </p:sp>
      <p:sp>
        <p:nvSpPr>
          <p:cNvPr id="254" name="Google Shape;254;p29"/>
          <p:cNvSpPr txBox="1"/>
          <p:nvPr>
            <p:ph type="title"/>
          </p:nvPr>
        </p:nvSpPr>
        <p:spPr>
          <a:xfrm>
            <a:off x="-310100" y="739850"/>
            <a:ext cx="4534800" cy="46863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sz="4200"/>
              <a:t>Data Cleaning and Engineered Features </a:t>
            </a:r>
            <a:endParaRPr sz="4200"/>
          </a:p>
        </p:txBody>
      </p:sp>
      <p:sp>
        <p:nvSpPr>
          <p:cNvPr id="255" name="Google Shape;255;p29"/>
          <p:cNvSpPr txBox="1"/>
          <p:nvPr>
            <p:ph idx="1" type="body"/>
          </p:nvPr>
        </p:nvSpPr>
        <p:spPr>
          <a:xfrm>
            <a:off x="4113925" y="423625"/>
            <a:ext cx="8077800" cy="3229500"/>
          </a:xfrm>
          <a:prstGeom prst="rect">
            <a:avLst/>
          </a:prstGeom>
        </p:spPr>
        <p:txBody>
          <a:bodyPr anchorCtr="0" anchor="t" bIns="45700" lIns="91425" spcFirstLastPara="1" rIns="91425" wrap="square" tIns="45700">
            <a:normAutofit lnSpcReduction="10000"/>
          </a:bodyPr>
          <a:lstStyle/>
          <a:p>
            <a:pPr indent="-361950" lvl="0" marL="457200" rtl="0" algn="l">
              <a:spcBef>
                <a:spcPts val="1000"/>
              </a:spcBef>
              <a:spcAft>
                <a:spcPts val="0"/>
              </a:spcAft>
              <a:buSzPts val="2100"/>
              <a:buChar char="-"/>
            </a:pPr>
            <a:r>
              <a:rPr lang="en-US" sz="2100"/>
              <a:t>We performed many standard cleaning techniques to prepare our sets for analysis including: Munigng and feature engineering</a:t>
            </a:r>
            <a:endParaRPr sz="2100"/>
          </a:p>
          <a:p>
            <a:pPr indent="-361950" lvl="0" marL="457200" rtl="0" algn="l">
              <a:spcBef>
                <a:spcPts val="0"/>
              </a:spcBef>
              <a:spcAft>
                <a:spcPts val="0"/>
              </a:spcAft>
              <a:buSzPts val="2100"/>
              <a:buChar char="-"/>
            </a:pPr>
            <a:r>
              <a:rPr lang="en-US" sz="2100"/>
              <a:t>Particularly for our food plan data, the time frame we were searching for was split across 3 </a:t>
            </a:r>
            <a:r>
              <a:rPr lang="en-US" sz="2100"/>
              <a:t>separate</a:t>
            </a:r>
            <a:r>
              <a:rPr lang="en-US" sz="2100"/>
              <a:t> sets, and required reformatting in order to concatenate them together</a:t>
            </a:r>
            <a:endParaRPr sz="2100"/>
          </a:p>
          <a:p>
            <a:pPr indent="-361950" lvl="0" marL="457200" rtl="0" algn="l">
              <a:spcBef>
                <a:spcPts val="0"/>
              </a:spcBef>
              <a:spcAft>
                <a:spcPts val="0"/>
              </a:spcAft>
              <a:buSzPts val="2100"/>
              <a:buChar char="-"/>
            </a:pPr>
            <a:r>
              <a:rPr lang="en-US" sz="2100"/>
              <a:t>We also often engineered date features across sets to fit across consistent timespans. The inflation data needed to be renamed and thinned out across a smaller range to fit with other data, while the wage data needed to be merged and averaged as the data was </a:t>
            </a:r>
            <a:r>
              <a:rPr lang="en-US" sz="2100"/>
              <a:t>monthly</a:t>
            </a:r>
            <a:r>
              <a:rPr lang="en-US" sz="2100"/>
              <a:t> and not yearly like the data being compared to.</a:t>
            </a:r>
            <a:endParaRPr sz="2100"/>
          </a:p>
        </p:txBody>
      </p:sp>
      <p:pic>
        <p:nvPicPr>
          <p:cNvPr id="256" name="Google Shape;256;p29"/>
          <p:cNvPicPr preferRelativeResize="0"/>
          <p:nvPr/>
        </p:nvPicPr>
        <p:blipFill rotWithShape="1">
          <a:blip r:embed="rId3">
            <a:alphaModFix/>
          </a:blip>
          <a:srcRect b="0" l="16241" r="0" t="0"/>
          <a:stretch/>
        </p:blipFill>
        <p:spPr>
          <a:xfrm>
            <a:off x="8076610" y="3628500"/>
            <a:ext cx="4115390" cy="3229500"/>
          </a:xfrm>
          <a:prstGeom prst="rect">
            <a:avLst/>
          </a:prstGeom>
          <a:noFill/>
          <a:ln>
            <a:noFill/>
          </a:ln>
        </p:spPr>
      </p:pic>
      <p:pic>
        <p:nvPicPr>
          <p:cNvPr id="257" name="Google Shape;257;p29"/>
          <p:cNvPicPr preferRelativeResize="0"/>
          <p:nvPr/>
        </p:nvPicPr>
        <p:blipFill>
          <a:blip r:embed="rId4">
            <a:alphaModFix/>
          </a:blip>
          <a:stretch>
            <a:fillRect/>
          </a:stretch>
        </p:blipFill>
        <p:spPr>
          <a:xfrm>
            <a:off x="4488275" y="3628500"/>
            <a:ext cx="3588333" cy="3229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0"/>
          <p:cNvSpPr txBox="1"/>
          <p:nvPr>
            <p:ph idx="12" type="sldNum"/>
          </p:nvPr>
        </p:nvSpPr>
        <p:spPr>
          <a:xfrm>
            <a:off x="11506200" y="6370636"/>
            <a:ext cx="495300" cy="365100"/>
          </a:xfrm>
          <a:prstGeom prst="rect">
            <a:avLst/>
          </a:prstGeom>
        </p:spPr>
        <p:txBody>
          <a:bodyPr anchorCtr="0" anchor="ctr" bIns="45700" lIns="0" spcFirstLastPara="1" rIns="91425" wrap="square" tIns="45700">
            <a:noAutofit/>
          </a:bodyPr>
          <a:lstStyle/>
          <a:p>
            <a:pPr indent="0" lvl="0" marL="0" rtl="0" algn="r">
              <a:spcBef>
                <a:spcPts val="0"/>
              </a:spcBef>
              <a:spcAft>
                <a:spcPts val="0"/>
              </a:spcAft>
              <a:buClr>
                <a:srgbClr val="000000"/>
              </a:buClr>
              <a:buFont typeface="Arial"/>
              <a:buNone/>
            </a:pPr>
            <a:r>
              <a:rPr lang="en-US"/>
              <a:t>  |    </a:t>
            </a:r>
            <a:fld id="{00000000-1234-1234-1234-123412341234}" type="slidenum">
              <a:rPr lang="en-US"/>
              <a:t>‹#›</a:t>
            </a:fld>
            <a:endParaRPr/>
          </a:p>
        </p:txBody>
      </p:sp>
      <p:sp>
        <p:nvSpPr>
          <p:cNvPr id="264" name="Google Shape;264;p30"/>
          <p:cNvSpPr txBox="1"/>
          <p:nvPr>
            <p:ph type="title"/>
          </p:nvPr>
        </p:nvSpPr>
        <p:spPr>
          <a:xfrm>
            <a:off x="-177550" y="739825"/>
            <a:ext cx="4534800" cy="46863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sz="4200"/>
              <a:t>Conclusion &amp; Future Research</a:t>
            </a:r>
            <a:endParaRPr sz="4200"/>
          </a:p>
        </p:txBody>
      </p:sp>
      <p:sp>
        <p:nvSpPr>
          <p:cNvPr id="265" name="Google Shape;265;p30"/>
          <p:cNvSpPr txBox="1"/>
          <p:nvPr>
            <p:ph idx="1" type="body"/>
          </p:nvPr>
        </p:nvSpPr>
        <p:spPr>
          <a:xfrm>
            <a:off x="4649100" y="152400"/>
            <a:ext cx="7352400" cy="3608700"/>
          </a:xfrm>
          <a:prstGeom prst="rect">
            <a:avLst/>
          </a:prstGeom>
        </p:spPr>
        <p:txBody>
          <a:bodyPr anchorCtr="0" anchor="t" bIns="45700" lIns="91425" spcFirstLastPara="1" rIns="91425" wrap="square" tIns="45700">
            <a:normAutofit lnSpcReduction="10000"/>
          </a:bodyPr>
          <a:lstStyle/>
          <a:p>
            <a:pPr indent="457200" lvl="0" marL="0" rtl="0" algn="l">
              <a:spcBef>
                <a:spcPts val="1000"/>
              </a:spcBef>
              <a:spcAft>
                <a:spcPts val="0"/>
              </a:spcAft>
              <a:buNone/>
            </a:pPr>
            <a:r>
              <a:rPr lang="en-US" sz="2100"/>
              <a:t>Our data consistently supports and gives credence to the conclusion that the growth of costs for foodstuffs is grossly outpacing that of the wages or past </a:t>
            </a:r>
            <a:r>
              <a:rPr lang="en-US" sz="2100"/>
              <a:t>means</a:t>
            </a:r>
            <a:r>
              <a:rPr lang="en-US" sz="2100"/>
              <a:t> of accessing it. With each member of a </a:t>
            </a:r>
            <a:r>
              <a:rPr lang="en-US" sz="2100"/>
              <a:t>household</a:t>
            </a:r>
            <a:r>
              <a:rPr lang="en-US" sz="2100"/>
              <a:t> leading to drastic increases in the monetary investment needed, it does lead to more economic disincentive for younger individuals to start families or have children.</a:t>
            </a:r>
            <a:endParaRPr sz="2100"/>
          </a:p>
          <a:p>
            <a:pPr indent="0" lvl="0" marL="0" rtl="0" algn="l">
              <a:spcBef>
                <a:spcPts val="1000"/>
              </a:spcBef>
              <a:spcAft>
                <a:spcPts val="0"/>
              </a:spcAft>
              <a:buNone/>
            </a:pPr>
            <a:r>
              <a:rPr lang="en-US" sz="2100"/>
              <a:t>	Further </a:t>
            </a:r>
            <a:r>
              <a:rPr lang="en-US" sz="2100"/>
              <a:t>research</a:t>
            </a:r>
            <a:r>
              <a:rPr lang="en-US" sz="2100"/>
              <a:t> of our own will be done to see how the changing trends of birth rates or statistics on the younger generation’s household development and creation supports this conclusion on costs acting as a </a:t>
            </a:r>
            <a:r>
              <a:rPr lang="en-US" sz="2100"/>
              <a:t>decision</a:t>
            </a:r>
            <a:r>
              <a:rPr lang="en-US" sz="2100"/>
              <a:t> point for creating families.</a:t>
            </a:r>
            <a:endParaRPr sz="2100"/>
          </a:p>
        </p:txBody>
      </p:sp>
      <p:pic>
        <p:nvPicPr>
          <p:cNvPr id="266" name="Google Shape;266;p30"/>
          <p:cNvPicPr preferRelativeResize="0"/>
          <p:nvPr/>
        </p:nvPicPr>
        <p:blipFill>
          <a:blip r:embed="rId3">
            <a:alphaModFix/>
          </a:blip>
          <a:stretch>
            <a:fillRect/>
          </a:stretch>
        </p:blipFill>
        <p:spPr>
          <a:xfrm>
            <a:off x="5068975" y="3645150"/>
            <a:ext cx="5725500" cy="3212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1"/>
          <p:cNvSpPr txBox="1"/>
          <p:nvPr>
            <p:ph type="title"/>
          </p:nvPr>
        </p:nvSpPr>
        <p:spPr>
          <a:xfrm>
            <a:off x="5541600" y="727725"/>
            <a:ext cx="6459900" cy="39981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2880"/>
              <a:buFont typeface="IBM Plex Sans"/>
              <a:buNone/>
            </a:pPr>
            <a:r>
              <a:rPr lang="en-US" sz="6180"/>
              <a:t>Thank you!</a:t>
            </a:r>
            <a:endParaRPr sz="6180"/>
          </a:p>
          <a:p>
            <a:pPr indent="0" lvl="0" marL="0" rtl="0" algn="ctr">
              <a:lnSpc>
                <a:spcPct val="100000"/>
              </a:lnSpc>
              <a:spcBef>
                <a:spcPts val="0"/>
              </a:spcBef>
              <a:spcAft>
                <a:spcPts val="0"/>
              </a:spcAft>
              <a:buClr>
                <a:schemeClr val="dk1"/>
              </a:buClr>
              <a:buSzPts val="2880"/>
              <a:buFont typeface="IBM Plex Sans"/>
              <a:buNone/>
            </a:pPr>
            <a:r>
              <a:t/>
            </a:r>
            <a:endParaRPr sz="6180"/>
          </a:p>
          <a:p>
            <a:pPr indent="0" lvl="0" marL="0" rtl="0" algn="ctr">
              <a:lnSpc>
                <a:spcPct val="100000"/>
              </a:lnSpc>
              <a:spcBef>
                <a:spcPts val="0"/>
              </a:spcBef>
              <a:spcAft>
                <a:spcPts val="0"/>
              </a:spcAft>
              <a:buClr>
                <a:schemeClr val="dk1"/>
              </a:buClr>
              <a:buSzPts val="2880"/>
              <a:buFont typeface="IBM Plex Sans"/>
              <a:buNone/>
            </a:pPr>
            <a:r>
              <a:rPr b="0" lang="en-US" sz="6180"/>
              <a:t>Any Questions? </a:t>
            </a:r>
            <a:endParaRPr b="0" sz="6180"/>
          </a:p>
        </p:txBody>
      </p:sp>
      <p:sp>
        <p:nvSpPr>
          <p:cNvPr id="272" name="Google Shape;272;p31"/>
          <p:cNvSpPr txBox="1"/>
          <p:nvPr>
            <p:ph idx="15" type="body"/>
          </p:nvPr>
        </p:nvSpPr>
        <p:spPr>
          <a:xfrm>
            <a:off x="10290850" y="6564000"/>
            <a:ext cx="2616900" cy="359400"/>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l">
              <a:lnSpc>
                <a:spcPct val="115000"/>
              </a:lnSpc>
              <a:spcBef>
                <a:spcPts val="0"/>
              </a:spcBef>
              <a:spcAft>
                <a:spcPts val="0"/>
              </a:spcAft>
              <a:buClr>
                <a:schemeClr val="dk1"/>
              </a:buClr>
              <a:buSzPct val="55000"/>
              <a:buFont typeface="Arial"/>
              <a:buNone/>
            </a:pPr>
            <a:r>
              <a:rPr b="1" lang="en-US">
                <a:latin typeface="IBM Plex Sans"/>
                <a:ea typeface="IBM Plex Sans"/>
                <a:cs typeface="IBM Plex Sans"/>
                <a:sym typeface="IBM Plex Sans"/>
              </a:rPr>
              <a:t>April 3rd</a:t>
            </a:r>
            <a:r>
              <a:rPr b="1" lang="en-US">
                <a:latin typeface="IBM Plex Sans"/>
                <a:ea typeface="IBM Plex Sans"/>
                <a:cs typeface="IBM Plex Sans"/>
                <a:sym typeface="IBM Plex Sans"/>
              </a:rPr>
              <a:t> 2026</a:t>
            </a:r>
            <a:endParaRPr b="1">
              <a:latin typeface="IBM Plex Sans"/>
              <a:ea typeface="IBM Plex Sans"/>
              <a:cs typeface="IBM Plex Sans"/>
              <a:sym typeface="IBM Plex Sans"/>
            </a:endParaRPr>
          </a:p>
        </p:txBody>
      </p:sp>
      <p:pic>
        <p:nvPicPr>
          <p:cNvPr id="273" name="Google Shape;273;p31"/>
          <p:cNvPicPr preferRelativeResize="0"/>
          <p:nvPr/>
        </p:nvPicPr>
        <p:blipFill rotWithShape="1">
          <a:blip r:embed="rId3">
            <a:alphaModFix/>
          </a:blip>
          <a:srcRect b="1663" l="0" r="10161" t="2220"/>
          <a:stretch/>
        </p:blipFill>
        <p:spPr>
          <a:xfrm>
            <a:off x="0" y="-32700"/>
            <a:ext cx="5312401" cy="6923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2"/>
          <p:cNvSpPr txBox="1"/>
          <p:nvPr>
            <p:ph type="title"/>
          </p:nvPr>
        </p:nvSpPr>
        <p:spPr>
          <a:xfrm>
            <a:off x="838200" y="152400"/>
            <a:ext cx="10515600" cy="1219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Citations Slide</a:t>
            </a:r>
            <a:endParaRPr/>
          </a:p>
        </p:txBody>
      </p:sp>
      <p:sp>
        <p:nvSpPr>
          <p:cNvPr id="280" name="Google Shape;280;p32"/>
          <p:cNvSpPr txBox="1"/>
          <p:nvPr>
            <p:ph idx="1" type="body"/>
          </p:nvPr>
        </p:nvSpPr>
        <p:spPr>
          <a:xfrm>
            <a:off x="838200" y="1371600"/>
            <a:ext cx="10515600" cy="4991100"/>
          </a:xfrm>
          <a:prstGeom prst="rect">
            <a:avLst/>
          </a:prstGeom>
        </p:spPr>
        <p:txBody>
          <a:bodyPr anchorCtr="0" anchor="t" bIns="45700" lIns="91425" spcFirstLastPara="1" rIns="91425" wrap="square" tIns="45700">
            <a:normAutofit/>
          </a:bodyPr>
          <a:lstStyle/>
          <a:p>
            <a:pPr indent="-342900" lvl="0" marL="457200" rtl="0" algn="l">
              <a:lnSpc>
                <a:spcPct val="115000"/>
              </a:lnSpc>
              <a:spcBef>
                <a:spcPts val="1200"/>
              </a:spcBef>
              <a:spcAft>
                <a:spcPts val="0"/>
              </a:spcAft>
              <a:buSzPts val="1800"/>
              <a:buFont typeface="IBM Plex Sans"/>
              <a:buChar char="●"/>
            </a:pPr>
            <a:r>
              <a:rPr lang="en-US" sz="1800" u="sng">
                <a:solidFill>
                  <a:schemeClr val="hlink"/>
                </a:solidFill>
                <a:latin typeface="Arial"/>
                <a:ea typeface="Arial"/>
                <a:cs typeface="Arial"/>
                <a:sym typeface="Arial"/>
                <a:hlinkClick r:id="rId3"/>
              </a:rPr>
              <a:t>User Guide — pandas 3.0.2 documentation</a:t>
            </a:r>
            <a:endParaRPr sz="1800"/>
          </a:p>
          <a:p>
            <a:pPr indent="-342900" lvl="0" marL="457200" rtl="0" algn="l">
              <a:lnSpc>
                <a:spcPct val="115000"/>
              </a:lnSpc>
              <a:spcBef>
                <a:spcPts val="0"/>
              </a:spcBef>
              <a:spcAft>
                <a:spcPts val="0"/>
              </a:spcAft>
              <a:buSzPts val="1800"/>
              <a:buFont typeface="IBM Plex Sans"/>
              <a:buChar char="●"/>
            </a:pPr>
            <a:r>
              <a:rPr lang="en-US" sz="1800" u="sng">
                <a:solidFill>
                  <a:schemeClr val="hlink"/>
                </a:solidFill>
                <a:latin typeface="Arial"/>
                <a:ea typeface="Arial"/>
                <a:cs typeface="Arial"/>
                <a:sym typeface="Arial"/>
                <a:hlinkClick r:id="rId4"/>
              </a:rPr>
              <a:t>seaborn: statistical data visualization — seaborn 0.13.2 documentation</a:t>
            </a:r>
            <a:endParaRPr sz="1800"/>
          </a:p>
          <a:p>
            <a:pPr indent="-342900" lvl="0" marL="457200" rtl="0" algn="l">
              <a:lnSpc>
                <a:spcPct val="115000"/>
              </a:lnSpc>
              <a:spcBef>
                <a:spcPts val="0"/>
              </a:spcBef>
              <a:spcAft>
                <a:spcPts val="0"/>
              </a:spcAft>
              <a:buSzPts val="1800"/>
              <a:buChar char="●"/>
            </a:pPr>
            <a:r>
              <a:rPr lang="en-US" sz="1800" u="sng">
                <a:solidFill>
                  <a:schemeClr val="hlink"/>
                </a:solidFill>
                <a:latin typeface="Arial"/>
                <a:ea typeface="Arial"/>
                <a:cs typeface="Arial"/>
                <a:sym typeface="Arial"/>
                <a:hlinkClick r:id="rId5"/>
              </a:rPr>
              <a:t>NumPy</a:t>
            </a:r>
            <a:endParaRPr sz="1800"/>
          </a:p>
          <a:p>
            <a:pPr indent="-342900" lvl="0" marL="457200" rtl="0" algn="l">
              <a:lnSpc>
                <a:spcPct val="115000"/>
              </a:lnSpc>
              <a:spcBef>
                <a:spcPts val="0"/>
              </a:spcBef>
              <a:spcAft>
                <a:spcPts val="0"/>
              </a:spcAft>
              <a:buSzPts val="1800"/>
              <a:buFont typeface="IBM Plex Sans"/>
              <a:buChar char="●"/>
            </a:pPr>
            <a:r>
              <a:rPr lang="en-US" sz="1800" u="sng">
                <a:solidFill>
                  <a:schemeClr val="hlink"/>
                </a:solidFill>
                <a:latin typeface="Arial"/>
                <a:ea typeface="Arial"/>
                <a:cs typeface="Arial"/>
                <a:sym typeface="Arial"/>
                <a:hlinkClick r:id="rId6"/>
              </a:rPr>
              <a:t>Matplotlib — Visualization with Python</a:t>
            </a:r>
            <a:endParaRPr sz="1800"/>
          </a:p>
          <a:p>
            <a:pPr indent="-342900" lvl="0" marL="457200" rtl="0" algn="l">
              <a:lnSpc>
                <a:spcPct val="115000"/>
              </a:lnSpc>
              <a:spcBef>
                <a:spcPts val="0"/>
              </a:spcBef>
              <a:spcAft>
                <a:spcPts val="0"/>
              </a:spcAft>
              <a:buSzPts val="1800"/>
              <a:buFont typeface="IBM Plex Sans"/>
              <a:buChar char="●"/>
            </a:pPr>
            <a:r>
              <a:rPr lang="en-US" sz="1800" u="sng">
                <a:solidFill>
                  <a:schemeClr val="hlink"/>
                </a:solidFill>
                <a:latin typeface="Arial"/>
                <a:ea typeface="Arial"/>
                <a:cs typeface="Arial"/>
                <a:sym typeface="Arial"/>
                <a:hlinkClick r:id="rId7"/>
              </a:rPr>
              <a:t>Pyplot tutorial — Matplotlib 3.10.8 documentation</a:t>
            </a:r>
            <a:endParaRPr sz="1800"/>
          </a:p>
          <a:p>
            <a:pPr indent="-342900" lvl="0" marL="457200" rtl="0" algn="l">
              <a:lnSpc>
                <a:spcPct val="115000"/>
              </a:lnSpc>
              <a:spcBef>
                <a:spcPts val="0"/>
              </a:spcBef>
              <a:spcAft>
                <a:spcPts val="0"/>
              </a:spcAft>
              <a:buSzPts val="1800"/>
              <a:buChar char="●"/>
            </a:pPr>
            <a:r>
              <a:rPr lang="en-US" sz="1800" u="sng">
                <a:solidFill>
                  <a:schemeClr val="hlink"/>
                </a:solidFill>
                <a:latin typeface="Arial"/>
                <a:ea typeface="Arial"/>
                <a:cs typeface="Arial"/>
                <a:sym typeface="Arial"/>
                <a:hlinkClick r:id="rId8"/>
              </a:rPr>
              <a:t>Food Expenditure Series | Economic Research Service</a:t>
            </a:r>
            <a:endParaRPr sz="1800"/>
          </a:p>
          <a:p>
            <a:pPr indent="-342900" lvl="0" marL="457200" rtl="0" algn="l">
              <a:lnSpc>
                <a:spcPct val="115000"/>
              </a:lnSpc>
              <a:spcBef>
                <a:spcPts val="0"/>
              </a:spcBef>
              <a:spcAft>
                <a:spcPts val="0"/>
              </a:spcAft>
              <a:buSzPts val="1800"/>
              <a:buChar char="●"/>
            </a:pPr>
            <a:r>
              <a:rPr lang="en-US" sz="1800" u="sng">
                <a:solidFill>
                  <a:schemeClr val="hlink"/>
                </a:solidFill>
                <a:latin typeface="Arial"/>
                <a:ea typeface="Arial"/>
                <a:cs typeface="Arial"/>
                <a:sym typeface="Arial"/>
                <a:hlinkClick r:id="rId9"/>
              </a:rPr>
              <a:t>Grocery Prices Tracker</a:t>
            </a:r>
            <a:endParaRPr sz="1800"/>
          </a:p>
          <a:p>
            <a:pPr indent="-342900" lvl="0" marL="457200" rtl="0" algn="l">
              <a:lnSpc>
                <a:spcPct val="115000"/>
              </a:lnSpc>
              <a:spcBef>
                <a:spcPts val="0"/>
              </a:spcBef>
              <a:spcAft>
                <a:spcPts val="0"/>
              </a:spcAft>
              <a:buSzPts val="1800"/>
              <a:buChar char="●"/>
            </a:pPr>
            <a:r>
              <a:rPr lang="en-US" sz="1800" u="sng">
                <a:solidFill>
                  <a:schemeClr val="hlink"/>
                </a:solidFill>
                <a:latin typeface="Arial"/>
                <a:ea typeface="Arial"/>
                <a:cs typeface="Arial"/>
                <a:sym typeface="Arial"/>
                <a:hlinkClick r:id="rId10"/>
              </a:rPr>
              <a:t>Family spending workbook 1: detailed expenditure and trends - Office for National Statistics</a:t>
            </a:r>
            <a:endParaRPr sz="1800"/>
          </a:p>
          <a:p>
            <a:pPr indent="-342900" lvl="0" marL="457200" rtl="0" algn="l">
              <a:lnSpc>
                <a:spcPct val="115000"/>
              </a:lnSpc>
              <a:spcBef>
                <a:spcPts val="0"/>
              </a:spcBef>
              <a:spcAft>
                <a:spcPts val="0"/>
              </a:spcAft>
              <a:buSzPts val="1800"/>
              <a:buChar char="●"/>
            </a:pPr>
            <a:r>
              <a:rPr lang="en-US" sz="1800" u="sng">
                <a:solidFill>
                  <a:schemeClr val="hlink"/>
                </a:solidFill>
                <a:latin typeface="Arial"/>
                <a:ea typeface="Arial"/>
                <a:cs typeface="Arial"/>
                <a:sym typeface="Arial"/>
                <a:hlinkClick r:id="rId11"/>
              </a:rPr>
              <a:t>Downloadable Data | USDA FoodData Central</a:t>
            </a:r>
            <a:endParaRPr sz="1800"/>
          </a:p>
          <a:p>
            <a:pPr indent="-342900" lvl="0" marL="457200" rtl="0" algn="l">
              <a:lnSpc>
                <a:spcPct val="115000"/>
              </a:lnSpc>
              <a:spcBef>
                <a:spcPts val="0"/>
              </a:spcBef>
              <a:spcAft>
                <a:spcPts val="0"/>
              </a:spcAft>
              <a:buSzPts val="1800"/>
              <a:buChar char="●"/>
            </a:pPr>
            <a:r>
              <a:rPr lang="en-US" sz="1800" u="sng">
                <a:solidFill>
                  <a:schemeClr val="hlink"/>
                </a:solidFill>
                <a:hlinkClick r:id="rId12"/>
              </a:rPr>
              <a:t>Employed full time: Median usual weekly real earnings: Wage and salary workers: 16 years and over (LES1252881600Q) | FRED</a:t>
            </a:r>
            <a:endParaRPr sz="1800"/>
          </a:p>
          <a:p>
            <a:pPr indent="-342900" lvl="0" marL="457200" rtl="0" algn="l">
              <a:lnSpc>
                <a:spcPct val="115000"/>
              </a:lnSpc>
              <a:spcBef>
                <a:spcPts val="0"/>
              </a:spcBef>
              <a:spcAft>
                <a:spcPts val="0"/>
              </a:spcAft>
              <a:buSzPts val="1800"/>
              <a:buChar char="●"/>
            </a:pPr>
            <a:r>
              <a:rPr lang="en-US" sz="1800" u="sng">
                <a:solidFill>
                  <a:schemeClr val="hlink"/>
                </a:solidFill>
                <a:hlinkClick r:id="rId13"/>
              </a:rPr>
              <a:t>USDA Food Plans: Monthly Cost of Food Reports | Food and Nutrition Service</a:t>
            </a:r>
            <a:endParaRPr sz="1800"/>
          </a:p>
        </p:txBody>
      </p:sp>
      <p:sp>
        <p:nvSpPr>
          <p:cNvPr id="281" name="Google Shape;281;p32"/>
          <p:cNvSpPr txBox="1"/>
          <p:nvPr>
            <p:ph idx="12" type="sldNum"/>
          </p:nvPr>
        </p:nvSpPr>
        <p:spPr>
          <a:xfrm>
            <a:off x="11506200" y="6370636"/>
            <a:ext cx="495300" cy="365100"/>
          </a:xfrm>
          <a:prstGeom prst="rect">
            <a:avLst/>
          </a:prstGeom>
        </p:spPr>
        <p:txBody>
          <a:bodyPr anchorCtr="0" anchor="ctr" bIns="45700" lIns="0"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2022 WIT PPT Palette">
      <a:dk1>
        <a:srgbClr val="000000"/>
      </a:dk1>
      <a:lt1>
        <a:srgbClr val="FFFFFF"/>
      </a:lt1>
      <a:dk2>
        <a:srgbClr val="444444"/>
      </a:dk2>
      <a:lt2>
        <a:srgbClr val="F8F8F8"/>
      </a:lt2>
      <a:accent1>
        <a:srgbClr val="FFCB05"/>
      </a:accent1>
      <a:accent2>
        <a:srgbClr val="349EA0"/>
      </a:accent2>
      <a:accent3>
        <a:srgbClr val="D44241"/>
      </a:accent3>
      <a:accent4>
        <a:srgbClr val="FBAA19"/>
      </a:accent4>
      <a:accent5>
        <a:srgbClr val="42A2DA"/>
      </a:accent5>
      <a:accent6>
        <a:srgbClr val="7B9EBD"/>
      </a:accent6>
      <a:hlink>
        <a:srgbClr val="6282D9"/>
      </a:hlink>
      <a:folHlink>
        <a:srgbClr val="E243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